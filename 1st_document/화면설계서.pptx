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handoutMasters/handoutMaster1.xml" ContentType="application/vnd.openxmlformats-officedocument.presentationml.handout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802" r:id="rId13"/>
  </p:sldMasterIdLst>
  <p:notesMasterIdLst>
    <p:notesMasterId r:id="rId17"/>
  </p:notesMasterIdLst>
  <p:handoutMasterIdLst>
    <p:handoutMasterId r:id="rId15"/>
  </p:handoutMasterIdLst>
  <p:sldIdLst>
    <p:sldId id="256" r:id="rId19"/>
    <p:sldId id="262" r:id="rId20"/>
    <p:sldId id="260" r:id="rId21"/>
    <p:sldId id="257" r:id="rId22"/>
    <p:sldId id="258" r:id="rId23"/>
    <p:sldId id="259" r:id="rId24"/>
    <p:sldId id="261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 horzBarState="maximized">
    <p:restoredLeft sz="18001" autoAdjust="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9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79" d="100"/>
          <a:sy n="79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13" Type="http://schemas.openxmlformats.org/officeDocument/2006/relationships/slideMaster" Target="slideMasters/slideMaster1.xml"></Relationship><Relationship Id="rId14" Type="http://schemas.openxmlformats.org/officeDocument/2006/relationships/theme" Target="theme/theme1.xml"></Relationship><Relationship Id="rId15" Type="http://schemas.openxmlformats.org/officeDocument/2006/relationships/handoutMaster" Target="handoutMasters/handoutMaster1.xml"></Relationship><Relationship Id="rId17" Type="http://schemas.openxmlformats.org/officeDocument/2006/relationships/notesMaster" Target="notesMasters/notesMaster1.xml"></Relationship><Relationship Id="rId19" Type="http://schemas.openxmlformats.org/officeDocument/2006/relationships/slide" Target="slides/slide1.xml"></Relationship><Relationship Id="rId20" Type="http://schemas.openxmlformats.org/officeDocument/2006/relationships/slide" Target="slides/slide2.xml"></Relationship><Relationship Id="rId21" Type="http://schemas.openxmlformats.org/officeDocument/2006/relationships/slide" Target="slides/slide3.xml"></Relationship><Relationship Id="rId22" Type="http://schemas.openxmlformats.org/officeDocument/2006/relationships/slide" Target="slides/slide4.xml"></Relationship><Relationship Id="rId23" Type="http://schemas.openxmlformats.org/officeDocument/2006/relationships/slide" Target="slides/slide5.xml"></Relationship><Relationship Id="rId24" Type="http://schemas.openxmlformats.org/officeDocument/2006/relationships/slide" Target="slides/slide6.xml"></Relationship><Relationship Id="rId25" Type="http://schemas.openxmlformats.org/officeDocument/2006/relationships/slide" Target="slides/slide7.xml"></Relationship><Relationship Id="rId28" Type="http://schemas.openxmlformats.org/officeDocument/2006/relationships/viewProps" Target="viewProps.xml"></Relationship><Relationship Id="rId29" Type="http://schemas.openxmlformats.org/officeDocument/2006/relationships/presProps" Target="presProps.xml"></Relationship></Relationships>
</file>

<file path=ppt/handoutMasters/_rels/handout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214C1-2863-45BA-A7C5-D5EA3C3D4C30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3020B9-F693-4639-BB27-7B1AD87C61A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64276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3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563C85-90F6-445D-9B5B-8ABB00FB3043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16B34-ED2F-4269-81E8-097D50C9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8175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_rels/notesSlide3.xml.rels><?xml version="1.0" encoding="UTF-8"?>
<Relationships xmlns="http://schemas.openxmlformats.org/package/2006/relationships"><Relationship Id="rId2" Type="http://schemas.openxmlformats.org/officeDocument/2006/relationships/notesMaster" Target="../notesMasters/notesMaster1.xml"></Relationship><Relationship Id="rId3" Type="http://schemas.openxmlformats.org/officeDocument/2006/relationships/slide" Target="../slides/slide3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16B34-ED2F-4269-81E8-097D50C90279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6456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 rot="0">
            <a:off x="685800" y="1143000"/>
            <a:ext cx="5487035" cy="3086735"/>
          </a:xfrm>
          <a:prstGeom prst="rect"/>
          <a:noFill/>
          <a:ln w="12700" cap="flat" cmpd="sng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</a:p>
        </p:txBody>
      </p:sp>
      <p:sp>
        <p:nvSpPr>
          <p:cNvPr id="3" name="슬라이드 노트 개체 틀 2"/>
          <p:cNvSpPr txBox="1">
            <a:spLocks noGrp="1"/>
          </p:cNvSpPr>
          <p:nvPr>
            <p:ph type="body" idx="1"/>
          </p:nvPr>
        </p:nvSpPr>
        <p:spPr>
          <a:xfrm rot="0">
            <a:off x="685800" y="4400550"/>
            <a:ext cx="5487035" cy="3601085"/>
          </a:xfrm>
          <a:prstGeom prst="rect"/>
        </p:spPr>
        <p:txBody>
          <a:bodyPr wrap="square" lIns="91440" tIns="45720" rIns="91440" bIns="45720" numCol="1" vert="horz" anchor="t">
            <a:noAutofit/>
          </a:bodyPr>
          <a:lstStyle/>
          <a:p>
            <a:pPr marL="0" indent="0">
              <a:buFontTx/>
              <a:buNone/>
            </a:pPr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idx="10"/>
          </p:nvPr>
        </p:nvSpPr>
        <p:spPr>
          <a:xfrm rot="0">
            <a:off x="3884930" y="8685530"/>
            <a:ext cx="2972435" cy="459105"/>
          </a:xfrm>
          <a:prstGeom prst="rect"/>
        </p:spPr>
        <p:txBody>
          <a:bodyPr wrap="square" lIns="91440" tIns="45720" rIns="91440" bIns="45720" numCol="1" vert="horz" anchor="b">
            <a:noAutofit/>
          </a:bodyPr>
          <a:lstStyle/>
          <a:p>
            <a:pPr marL="0" indent="0">
              <a:buFontTx/>
              <a:buNone/>
            </a:pPr>
            <a:fld id="{B9320F77-B9A0-41C5-862A-B4B631284C64}" type="slidenum">
              <a:rPr lang="ko-KR" altLang="en-US"/>
              <a:t>1</a:t>
            </a:fld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0"/>
    </mc:Choice>
    <mc:Fallback>
      <p:transition spd="slow"/>
    </mc:Fallback>
  </mc:AlternateContent>
</p:notes>
</file>

<file path=ppt/slideLayouts/_rels/slideLayout1.xml.rels><?xml version="1.0" encoding="UTF-8"?>
<Relationships xmlns="http://schemas.openxmlformats.org/package/2006/relationships"><Relationship Id="rId1" Type="http://schemas.openxmlformats.org/officeDocument/2006/relationships/slideMaster" Target="../slideMasters/slideMaster1.xml"></Relationship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680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355"/>
            <a:ext cx="9144000" cy="165544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835" cy="365760"/>
          </a:xfrm>
        </p:spPr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5435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835" cy="365760"/>
          </a:xfrm>
        </p:spPr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4712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2659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7657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7481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079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4917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0467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477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2598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576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114824"/>
      </p:ext>
    </p:extLst>
  </p:cSld>
  <p:clrMapOvr>
    <a:masterClrMapping/>
  </p:clrMapOvr>
</p:sldLayout>
</file>

<file path=ppt/slideMasters/_rels/slideMaster1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slideLayout" Target="../slideLayouts/slideLayout2.xml"></Relationship><Relationship Id="rId3" Type="http://schemas.openxmlformats.org/officeDocument/2006/relationships/slideLayout" Target="../slideLayouts/slideLayout3.xml"></Relationship><Relationship Id="rId4" Type="http://schemas.openxmlformats.org/officeDocument/2006/relationships/slideLayout" Target="../slideLayouts/slideLayout4.xml"></Relationship><Relationship Id="rId5" Type="http://schemas.openxmlformats.org/officeDocument/2006/relationships/slideLayout" Target="../slideLayouts/slideLayout5.xml"></Relationship><Relationship Id="rId6" Type="http://schemas.openxmlformats.org/officeDocument/2006/relationships/slideLayout" Target="../slideLayouts/slideLayout6.xml"></Relationship><Relationship Id="rId7" Type="http://schemas.openxmlformats.org/officeDocument/2006/relationships/slideLayout" Target="../slideLayouts/slideLayout7.xml"></Relationship><Relationship Id="rId8" Type="http://schemas.openxmlformats.org/officeDocument/2006/relationships/slideLayout" Target="../slideLayouts/slideLayout8.xml"></Relationship><Relationship Id="rId9" Type="http://schemas.openxmlformats.org/officeDocument/2006/relationships/slideLayout" Target="../slideLayouts/slideLayout9.xml"></Relationship><Relationship Id="rId10" Type="http://schemas.openxmlformats.org/officeDocument/2006/relationships/slideLayout" Target="../slideLayouts/slideLayout10.xml"></Relationship><Relationship Id="rId11" Type="http://schemas.openxmlformats.org/officeDocument/2006/relationships/slideLayout" Target="../slideLayouts/slideLayout11.xml"></Relationship><Relationship Id="rId12" Type="http://schemas.openxmlformats.org/officeDocument/2006/relationships/theme" Target="../theme/theme1.xml"></Relationship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8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494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</p:sldLayoutIdLst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2" Type="http://schemas.openxmlformats.org/officeDocument/2006/relationships/notesSlide" Target="../notesSlides/notesSlide1.xml"></Relationship><Relationship Id="rId3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3.xml.rels><?xml version="1.0" encoding="UTF-8"?>
<Relationships xmlns="http://schemas.openxmlformats.org/package/2006/relationships"><Relationship Id="rId2" Type="http://schemas.openxmlformats.org/officeDocument/2006/relationships/notesSlide" Target="../notesSlides/notesSlide3.xml"></Relationship><Relationship Id="rId3" Type="http://schemas.openxmlformats.org/officeDocument/2006/relationships/image" Target="../media/fImage2628122541.jpeg"></Relationship><Relationship Id="rId4" Type="http://schemas.openxmlformats.org/officeDocument/2006/relationships/image" Target="../media/fImage49762268467.jpeg"></Relationship><Relationship Id="rId5" Type="http://schemas.openxmlformats.org/officeDocument/2006/relationships/image" Target="../media/fImage34002276334.jpeg"></Relationship><Relationship Id="rId6" Type="http://schemas.openxmlformats.org/officeDocument/2006/relationships/hyperlink" Target="https://www.youtube.com/watch?v=5HPnDnlQ2CY" TargetMode="External"></Relationship><Relationship Id="rId7" Type="http://schemas.openxmlformats.org/officeDocument/2006/relationships/slideLayout" Target="../slideLayouts/slideLayout1.xml"></Relationship></Relationships>
</file>

<file path=ppt/slides/_rels/slide4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5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6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7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680"/>
            <a:ext cx="9144635" cy="2388235"/>
          </a:xfrm>
        </p:spPr>
        <p:txBody>
          <a:bodyPr wrap="square" lIns="91440" tIns="45720" rIns="91440" bIns="45720" numCol="1" vert="horz" anchor="b">
            <a:normAutofit fontScale="100000" lnSpcReduction="0"/>
          </a:bodyPr>
          <a:lstStyle/>
          <a:p>
            <a:pPr marL="0" indent="0">
              <a:buFontTx/>
              <a:buNone/>
            </a:pPr>
            <a:r>
              <a:rPr lang="ko-KR" altLang="en-US"/>
              <a:t>화면설계서</a:t>
            </a:r>
            <a:endParaRPr lang="ko-KR" altLang="en-US"/>
          </a:p>
        </p:txBody>
      </p:sp>
      <p:sp>
        <p:nvSpPr>
          <p:cNvPr id="3" name="텍스트 상자 1"/>
          <p:cNvSpPr txBox="1">
            <a:spLocks/>
          </p:cNvSpPr>
          <p:nvPr/>
        </p:nvSpPr>
        <p:spPr>
          <a:xfrm rot="0">
            <a:off x="4265295" y="3860165"/>
            <a:ext cx="137350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2</a:t>
            </a:r>
            <a:r>
              <a:rPr sz="1800">
                <a:latin typeface="맑은 고딕" charset="0"/>
                <a:ea typeface="맑은 고딕" charset="0"/>
              </a:rPr>
              <a:t>02</a:t>
            </a:r>
            <a:r>
              <a:rPr lang="ko-KR" sz="1800">
                <a:latin typeface="맑은 고딕" charset="0"/>
                <a:ea typeface="맑은 고딕" charset="0"/>
              </a:rPr>
              <a:t>6</a:t>
            </a:r>
            <a:r>
              <a:rPr lang="ko-KR" sz="1800">
                <a:latin typeface="맑은 고딕" charset="0"/>
                <a:ea typeface="맑은 고딕" charset="0"/>
              </a:rPr>
              <a:t>-03-24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2031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도형 6"/>
          <p:cNvSpPr>
            <a:spLocks/>
          </p:cNvSpPr>
          <p:nvPr/>
        </p:nvSpPr>
        <p:spPr>
          <a:xfrm rot="0">
            <a:off x="1115695" y="977265"/>
            <a:ext cx="9413240" cy="4980305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도형 8"/>
          <p:cNvSpPr>
            <a:spLocks/>
          </p:cNvSpPr>
          <p:nvPr/>
        </p:nvSpPr>
        <p:spPr>
          <a:xfrm rot="0">
            <a:off x="1125855" y="977265"/>
            <a:ext cx="9401810" cy="800735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" name="도형 10"/>
          <p:cNvSpPr>
            <a:spLocks/>
          </p:cNvSpPr>
          <p:nvPr/>
        </p:nvSpPr>
        <p:spPr>
          <a:xfrm rot="0">
            <a:off x="9143365" y="1184275"/>
            <a:ext cx="1147445" cy="46609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" name="도형 11"/>
          <p:cNvSpPr>
            <a:spLocks/>
          </p:cNvSpPr>
          <p:nvPr/>
        </p:nvSpPr>
        <p:spPr>
          <a:xfrm rot="0">
            <a:off x="1283970" y="1144905"/>
            <a:ext cx="1067435" cy="54483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Header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8" name="텍스트 상자 12"/>
          <p:cNvSpPr txBox="1">
            <a:spLocks/>
          </p:cNvSpPr>
          <p:nvPr/>
        </p:nvSpPr>
        <p:spPr>
          <a:xfrm rot="0">
            <a:off x="2597150" y="1195070"/>
            <a:ext cx="1094740" cy="370840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9" name="텍스트 상자 13"/>
          <p:cNvSpPr txBox="1">
            <a:spLocks/>
          </p:cNvSpPr>
          <p:nvPr/>
        </p:nvSpPr>
        <p:spPr>
          <a:xfrm rot="0">
            <a:off x="3695700" y="1207135"/>
            <a:ext cx="14039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텍스트 상자 14"/>
          <p:cNvSpPr txBox="1">
            <a:spLocks/>
          </p:cNvSpPr>
          <p:nvPr/>
        </p:nvSpPr>
        <p:spPr>
          <a:xfrm rot="0">
            <a:off x="5071110" y="1189990"/>
            <a:ext cx="11753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1" name="도형 17"/>
          <p:cNvSpPr>
            <a:spLocks/>
          </p:cNvSpPr>
          <p:nvPr/>
        </p:nvSpPr>
        <p:spPr>
          <a:xfrm rot="0">
            <a:off x="2597150" y="2012950"/>
            <a:ext cx="2716530" cy="3545840"/>
          </a:xfrm>
          <a:prstGeom prst="rect"/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2" name="텍스트 상자 19"/>
          <p:cNvSpPr txBox="1">
            <a:spLocks/>
          </p:cNvSpPr>
          <p:nvPr/>
        </p:nvSpPr>
        <p:spPr>
          <a:xfrm rot="0">
            <a:off x="2705735" y="2211705"/>
            <a:ext cx="132270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회</a:t>
            </a:r>
            <a:r>
              <a:rPr lang="ko-KR" sz="1800">
                <a:latin typeface="맑은 고딕" charset="0"/>
                <a:ea typeface="맑은 고딕" charset="0"/>
              </a:rPr>
              <a:t>원가입폼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3" name="도형 20"/>
          <p:cNvSpPr>
            <a:spLocks/>
          </p:cNvSpPr>
          <p:nvPr/>
        </p:nvSpPr>
        <p:spPr>
          <a:xfrm rot="0">
            <a:off x="3219450" y="2725420"/>
            <a:ext cx="1995170" cy="464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I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D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입력</a:t>
            </a:r>
            <a:endParaRPr lang="ko-KR" altLang="en-US" sz="1800">
              <a:solidFill>
                <a:schemeClr val="accent1">
                  <a:lumMod val="50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4" name="텍스트 상자 22"/>
          <p:cNvSpPr txBox="1">
            <a:spLocks/>
          </p:cNvSpPr>
          <p:nvPr/>
        </p:nvSpPr>
        <p:spPr>
          <a:xfrm rot="0">
            <a:off x="2734945" y="2724785"/>
            <a:ext cx="40513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I</a:t>
            </a:r>
            <a:r>
              <a:rPr lang="ko-KR" sz="1800">
                <a:latin typeface="맑은 고딕" charset="0"/>
                <a:ea typeface="맑은 고딕" charset="0"/>
              </a:rPr>
              <a:t>D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5" name="도형 30"/>
          <p:cNvSpPr>
            <a:spLocks/>
          </p:cNvSpPr>
          <p:nvPr/>
        </p:nvSpPr>
        <p:spPr>
          <a:xfrm rot="0">
            <a:off x="3251835" y="3349625"/>
            <a:ext cx="1995170" cy="464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P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ASSWORD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입력</a:t>
            </a:r>
            <a:endParaRPr lang="ko-KR" altLang="en-US" sz="1800">
              <a:solidFill>
                <a:schemeClr val="accent1">
                  <a:lumMod val="50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6" name="텍스트 상자 31"/>
          <p:cNvSpPr txBox="1">
            <a:spLocks/>
          </p:cNvSpPr>
          <p:nvPr/>
        </p:nvSpPr>
        <p:spPr>
          <a:xfrm rot="0">
            <a:off x="2599055" y="3329940"/>
            <a:ext cx="63055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p</a:t>
            </a:r>
            <a:r>
              <a:rPr lang="ko-KR" sz="1800">
                <a:latin typeface="맑은 고딕" charset="0"/>
                <a:ea typeface="맑은 고딕" charset="0"/>
              </a:rPr>
              <a:t>ass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도형 32"/>
          <p:cNvSpPr>
            <a:spLocks/>
          </p:cNvSpPr>
          <p:nvPr/>
        </p:nvSpPr>
        <p:spPr>
          <a:xfrm rot="0">
            <a:off x="3214370" y="3886200"/>
            <a:ext cx="1995170" cy="464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이름입력</a:t>
            </a:r>
            <a:endParaRPr lang="ko-KR" altLang="en-US" sz="1800">
              <a:solidFill>
                <a:schemeClr val="accent1">
                  <a:lumMod val="50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8" name="텍스트 상자 33"/>
          <p:cNvSpPr txBox="1">
            <a:spLocks/>
          </p:cNvSpPr>
          <p:nvPr/>
        </p:nvSpPr>
        <p:spPr>
          <a:xfrm rot="0">
            <a:off x="2601595" y="3954780"/>
            <a:ext cx="63690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이름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도형 34"/>
          <p:cNvSpPr>
            <a:spLocks/>
          </p:cNvSpPr>
          <p:nvPr/>
        </p:nvSpPr>
        <p:spPr>
          <a:xfrm rot="0">
            <a:off x="3216910" y="4471035"/>
            <a:ext cx="1995170" cy="464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나이입력</a:t>
            </a:r>
            <a:endParaRPr lang="ko-KR" altLang="en-US" sz="1800">
              <a:solidFill>
                <a:schemeClr val="accent1">
                  <a:lumMod val="50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0" name="텍스트 상자 35"/>
          <p:cNvSpPr txBox="1">
            <a:spLocks/>
          </p:cNvSpPr>
          <p:nvPr/>
        </p:nvSpPr>
        <p:spPr>
          <a:xfrm rot="0">
            <a:off x="2593975" y="4490720"/>
            <a:ext cx="63690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나이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1" name="도형 36"/>
          <p:cNvSpPr>
            <a:spLocks/>
          </p:cNvSpPr>
          <p:nvPr/>
        </p:nvSpPr>
        <p:spPr>
          <a:xfrm rot="0">
            <a:off x="2981325" y="5065395"/>
            <a:ext cx="909320" cy="38608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sz="1800">
                <a:latin typeface="맑은 고딕" charset="0"/>
                <a:ea typeface="맑은 고딕" charset="0"/>
              </a:rPr>
              <a:t>가입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2" name="도형 37"/>
          <p:cNvSpPr>
            <a:spLocks/>
          </p:cNvSpPr>
          <p:nvPr/>
        </p:nvSpPr>
        <p:spPr>
          <a:xfrm rot="0">
            <a:off x="4031615" y="5067935"/>
            <a:ext cx="909320" cy="38608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sz="1800">
                <a:latin typeface="맑은 고딕" charset="0"/>
                <a:ea typeface="맑은 고딕" charset="0"/>
              </a:rPr>
              <a:t>취소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3" name="도형 40"/>
          <p:cNvSpPr>
            <a:spLocks/>
          </p:cNvSpPr>
          <p:nvPr/>
        </p:nvSpPr>
        <p:spPr>
          <a:xfrm rot="0">
            <a:off x="5927725" y="2015490"/>
            <a:ext cx="2716530" cy="3545840"/>
          </a:xfrm>
          <a:prstGeom prst="rect"/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4" name="텍스트 상자 41"/>
          <p:cNvSpPr txBox="1">
            <a:spLocks/>
          </p:cNvSpPr>
          <p:nvPr/>
        </p:nvSpPr>
        <p:spPr>
          <a:xfrm rot="0">
            <a:off x="6181725" y="2211705"/>
            <a:ext cx="1294130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로그인폼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5" name="도형 42"/>
          <p:cNvSpPr>
            <a:spLocks/>
          </p:cNvSpPr>
          <p:nvPr/>
        </p:nvSpPr>
        <p:spPr>
          <a:xfrm rot="0">
            <a:off x="6609080" y="3093720"/>
            <a:ext cx="1995170" cy="464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I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D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입력</a:t>
            </a:r>
            <a:endParaRPr lang="ko-KR" altLang="en-US" sz="1800">
              <a:solidFill>
                <a:schemeClr val="accent1">
                  <a:lumMod val="50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6" name="텍스트 상자 43"/>
          <p:cNvSpPr txBox="1">
            <a:spLocks/>
          </p:cNvSpPr>
          <p:nvPr/>
        </p:nvSpPr>
        <p:spPr>
          <a:xfrm rot="0">
            <a:off x="6124575" y="3093085"/>
            <a:ext cx="40513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I</a:t>
            </a:r>
            <a:r>
              <a:rPr lang="ko-KR" sz="1800">
                <a:latin typeface="맑은 고딕" charset="0"/>
                <a:ea typeface="맑은 고딕" charset="0"/>
              </a:rPr>
              <a:t>D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7" name="도형 44"/>
          <p:cNvSpPr>
            <a:spLocks/>
          </p:cNvSpPr>
          <p:nvPr/>
        </p:nvSpPr>
        <p:spPr>
          <a:xfrm rot="0">
            <a:off x="6612255" y="3698240"/>
            <a:ext cx="1995170" cy="464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P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ASSWORD</a:t>
            </a:r>
            <a:r>
              <a:rPr lang="ko-KR" sz="1800">
                <a:solidFill>
                  <a:schemeClr val="accent1">
                    <a:lumMod val="50000"/>
                    <a:lumOff val="0"/>
                  </a:schemeClr>
                </a:solidFill>
                <a:latin typeface="맑은 고딕" charset="0"/>
                <a:ea typeface="맑은 고딕" charset="0"/>
              </a:rPr>
              <a:t>입력</a:t>
            </a:r>
            <a:endParaRPr lang="ko-KR" altLang="en-US" sz="1800">
              <a:solidFill>
                <a:schemeClr val="accent1">
                  <a:lumMod val="50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8" name="텍스트 상자 45"/>
          <p:cNvSpPr txBox="1">
            <a:spLocks/>
          </p:cNvSpPr>
          <p:nvPr/>
        </p:nvSpPr>
        <p:spPr>
          <a:xfrm rot="0">
            <a:off x="5988685" y="3698240"/>
            <a:ext cx="63055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p</a:t>
            </a:r>
            <a:r>
              <a:rPr lang="ko-KR" sz="1800">
                <a:latin typeface="맑은 고딕" charset="0"/>
                <a:ea typeface="맑은 고딕" charset="0"/>
              </a:rPr>
              <a:t>ass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9" name="도형 46"/>
          <p:cNvSpPr>
            <a:spLocks/>
          </p:cNvSpPr>
          <p:nvPr/>
        </p:nvSpPr>
        <p:spPr>
          <a:xfrm rot="0">
            <a:off x="6341110" y="4860925"/>
            <a:ext cx="909320" cy="38608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로그인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0" name="도형 47"/>
          <p:cNvSpPr>
            <a:spLocks/>
          </p:cNvSpPr>
          <p:nvPr/>
        </p:nvSpPr>
        <p:spPr>
          <a:xfrm rot="0">
            <a:off x="7391400" y="4863465"/>
            <a:ext cx="909320" cy="38608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sz="1800">
                <a:latin typeface="맑은 고딕" charset="0"/>
                <a:ea typeface="맑은 고딕" charset="0"/>
              </a:rPr>
              <a:t>취소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도형 1"/>
          <p:cNvSpPr>
            <a:spLocks/>
          </p:cNvSpPr>
          <p:nvPr/>
        </p:nvSpPr>
        <p:spPr>
          <a:xfrm rot="0">
            <a:off x="1115695" y="977265"/>
            <a:ext cx="9413240" cy="4980305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도형 6"/>
          <p:cNvSpPr>
            <a:spLocks/>
          </p:cNvSpPr>
          <p:nvPr/>
        </p:nvSpPr>
        <p:spPr>
          <a:xfrm rot="0">
            <a:off x="1125855" y="977265"/>
            <a:ext cx="9401175" cy="800100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5" name="도형 10"/>
          <p:cNvSpPr>
            <a:spLocks/>
          </p:cNvSpPr>
          <p:nvPr/>
        </p:nvSpPr>
        <p:spPr>
          <a:xfrm rot="0">
            <a:off x="6812915" y="1203960"/>
            <a:ext cx="2203450" cy="445770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Snss님 반갑습니다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" name="도형 11"/>
          <p:cNvSpPr>
            <a:spLocks/>
          </p:cNvSpPr>
          <p:nvPr/>
        </p:nvSpPr>
        <p:spPr>
          <a:xfrm rot="0">
            <a:off x="9143365" y="1184275"/>
            <a:ext cx="1146810" cy="46545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</a:t>
            </a:r>
            <a:r>
              <a:rPr sz="1800">
                <a:latin typeface="맑은 고딕" charset="0"/>
                <a:ea typeface="맑은 고딕" charset="0"/>
              </a:rPr>
              <a:t>아웃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" name="도형 17"/>
          <p:cNvSpPr>
            <a:spLocks/>
          </p:cNvSpPr>
          <p:nvPr/>
        </p:nvSpPr>
        <p:spPr>
          <a:xfrm rot="0">
            <a:off x="1283970" y="1144905"/>
            <a:ext cx="1067435" cy="54483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Header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8" name="텍스트 상자 19"/>
          <p:cNvSpPr txBox="1">
            <a:spLocks/>
          </p:cNvSpPr>
          <p:nvPr/>
        </p:nvSpPr>
        <p:spPr>
          <a:xfrm rot="0">
            <a:off x="2597150" y="1195070"/>
            <a:ext cx="109410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9" name="텍스트 상자 20"/>
          <p:cNvSpPr txBox="1">
            <a:spLocks/>
          </p:cNvSpPr>
          <p:nvPr/>
        </p:nvSpPr>
        <p:spPr>
          <a:xfrm rot="0">
            <a:off x="3695700" y="1207135"/>
            <a:ext cx="14033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텍스트 상자 21"/>
          <p:cNvSpPr txBox="1">
            <a:spLocks/>
          </p:cNvSpPr>
          <p:nvPr/>
        </p:nvSpPr>
        <p:spPr>
          <a:xfrm rot="0">
            <a:off x="5071110" y="1189990"/>
            <a:ext cx="11747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pic>
        <p:nvPicPr>
          <p:cNvPr id="11" name="그림 48" descr="C:/Users/sky88/AppData/Roaming/PolarisOffice/ETemp/1972_18047344/fImage2628122541.jpe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2705100" y="2557145"/>
            <a:ext cx="1866265" cy="1805305"/>
          </a:xfrm>
          <a:prstGeom prst="rect"/>
          <a:noFill/>
        </p:spPr>
      </p:pic>
      <p:pic>
        <p:nvPicPr>
          <p:cNvPr id="12" name="그림 49" descr="C:/Users/sky88/AppData/Roaming/PolarisOffice/ETemp/1972_18047344/fImage49762268467.jpe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6872605" y="2567305"/>
            <a:ext cx="1965960" cy="1797685"/>
          </a:xfrm>
          <a:prstGeom prst="rect"/>
          <a:noFill/>
        </p:spPr>
      </p:pic>
      <p:pic>
        <p:nvPicPr>
          <p:cNvPr id="13" name="그림 50" descr="C:/Users/sky88/AppData/Roaming/PolarisOffice/ETemp/1972_18047344/fImage34002276334.jpe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4728845" y="2547620"/>
            <a:ext cx="1966595" cy="1807210"/>
          </a:xfrm>
          <a:prstGeom prst="rect"/>
          <a:noFill/>
        </p:spPr>
      </p:pic>
      <p:sp>
        <p:nvSpPr>
          <p:cNvPr id="14" name="도형 51"/>
          <p:cNvSpPr>
            <a:spLocks/>
          </p:cNvSpPr>
          <p:nvPr/>
        </p:nvSpPr>
        <p:spPr>
          <a:xfrm rot="0">
            <a:off x="4305300" y="4156710"/>
            <a:ext cx="158750" cy="139065"/>
          </a:xfrm>
          <a:prstGeom prst="ellipse"/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5" name="도형 53"/>
          <p:cNvSpPr>
            <a:spLocks/>
          </p:cNvSpPr>
          <p:nvPr/>
        </p:nvSpPr>
        <p:spPr>
          <a:xfrm rot="0">
            <a:off x="6450965" y="4178935"/>
            <a:ext cx="158750" cy="139065"/>
          </a:xfrm>
          <a:prstGeom prst="ellipse"/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6" name="도형 54"/>
          <p:cNvSpPr>
            <a:spLocks/>
          </p:cNvSpPr>
          <p:nvPr/>
        </p:nvSpPr>
        <p:spPr>
          <a:xfrm rot="0">
            <a:off x="8586470" y="4151630"/>
            <a:ext cx="158750" cy="139065"/>
          </a:xfrm>
          <a:prstGeom prst="ellipse"/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텍스트 상자 58"/>
          <p:cNvSpPr txBox="1">
            <a:spLocks/>
          </p:cNvSpPr>
          <p:nvPr/>
        </p:nvSpPr>
        <p:spPr>
          <a:xfrm rot="0">
            <a:off x="3011805" y="4937125"/>
            <a:ext cx="5421630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  <a:hlinkClick r:id="rId6">
                  <a:extLst>
                    <a:ext uri="{A12FA001-AC4F-418D-AE19-62706E023703}">
                      <ahyp:hlinkClr xmlns:ahyp="http://schemas.microsoft.com/office/drawing/2018/hyperlinkcolor" xmlns="" val="hlink"/>
                    </a:ext>
                  </a:extLst>
                </a:hlinkClick>
              </a:rPr>
              <a:t>https://www.youtube.com/watch?v=5HPnDnlQ2CY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8" name="도형 76"/>
          <p:cNvSpPr>
            <a:spLocks/>
          </p:cNvSpPr>
          <p:nvPr/>
        </p:nvSpPr>
        <p:spPr>
          <a:xfrm rot="0">
            <a:off x="9084310" y="2141855"/>
            <a:ext cx="1146175" cy="338772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텍스트 상자 111"/>
          <p:cNvSpPr txBox="1">
            <a:spLocks/>
          </p:cNvSpPr>
          <p:nvPr/>
        </p:nvSpPr>
        <p:spPr>
          <a:xfrm rot="0">
            <a:off x="9212580" y="2734945"/>
            <a:ext cx="899160" cy="230822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A</a:t>
            </a:r>
            <a:r>
              <a:rPr lang="ko-KR" sz="1800">
                <a:latin typeface="맑은 고딕" charset="0"/>
                <a:ea typeface="맑은 고딕" charset="0"/>
              </a:rPr>
              <a:t>i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분석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S</a:t>
            </a:r>
            <a:r>
              <a:rPr lang="ko-KR" sz="1800">
                <a:latin typeface="맑은 고딕" charset="0"/>
                <a:ea typeface="맑은 고딕" charset="0"/>
              </a:rPr>
              <a:t>ite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설명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팜플릿??/</a:t>
            </a:r>
            <a:r>
              <a:rPr lang="ko-KR" sz="1800">
                <a:latin typeface="맑은 고딕" charset="0"/>
                <a:ea typeface="맑은 고딕" charset="0"/>
              </a:rPr>
              <a:t>p</a:t>
            </a:r>
            <a:r>
              <a:rPr lang="ko-KR" sz="1800">
                <a:latin typeface="맑은 고딕" charset="0"/>
                <a:ea typeface="맑은 고딕" charset="0"/>
              </a:rPr>
              <a:t>opup</a:t>
            </a:r>
            <a:r>
              <a:rPr lang="ko-KR" sz="1800">
                <a:latin typeface="맑은 고딕" charset="0"/>
                <a:ea typeface="맑은 고딕" charset="0"/>
              </a:rPr>
              <a:t>m</a:t>
            </a:r>
            <a:r>
              <a:rPr lang="ko-KR" sz="1800">
                <a:latin typeface="맑은 고딕" charset="0"/>
                <a:ea typeface="맑은 고딕" charset="0"/>
              </a:rPr>
              <a:t>enu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도형 2"/>
          <p:cNvSpPr>
            <a:spLocks/>
          </p:cNvSpPr>
          <p:nvPr/>
        </p:nvSpPr>
        <p:spPr>
          <a:xfrm rot="0">
            <a:off x="1087755" y="1016635"/>
            <a:ext cx="9412605" cy="497967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텍스트 상자 5"/>
          <p:cNvSpPr txBox="1">
            <a:spLocks/>
          </p:cNvSpPr>
          <p:nvPr/>
        </p:nvSpPr>
        <p:spPr>
          <a:xfrm rot="0">
            <a:off x="1838960" y="1875790"/>
            <a:ext cx="2620010" cy="370840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스마트팜 </a:t>
            </a:r>
            <a:r>
              <a:rPr lang="ko-KR" sz="1800">
                <a:latin typeface="맑은 고딕" charset="0"/>
                <a:ea typeface="맑은 고딕" charset="0"/>
              </a:rPr>
              <a:t>AI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환경플랫폼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텍스트 상자 6"/>
          <p:cNvSpPr txBox="1">
            <a:spLocks/>
          </p:cNvSpPr>
          <p:nvPr/>
        </p:nvSpPr>
        <p:spPr>
          <a:xfrm rot="0">
            <a:off x="2082165" y="2429510"/>
            <a:ext cx="2089150" cy="1477645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트팜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가격 예측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텍스트 상자 7"/>
          <p:cNvSpPr txBox="1">
            <a:spLocks/>
          </p:cNvSpPr>
          <p:nvPr/>
        </p:nvSpPr>
        <p:spPr>
          <a:xfrm rot="0">
            <a:off x="1974850" y="4311650"/>
            <a:ext cx="2089150" cy="647065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왼쪽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카테고리나 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슬라이드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메뉴 분류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8" name="도형 8"/>
          <p:cNvCxnSpPr/>
          <p:nvPr/>
        </p:nvCxnSpPr>
        <p:spPr>
          <a:xfrm rot="0">
            <a:off x="3153410" y="3950970"/>
            <a:ext cx="7620" cy="345440"/>
          </a:xfrm>
          <a:prstGeom prst="straightConnector1"/>
          <a:ln w="6350" cap="flat" cmpd="sng">
            <a:prstDash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텍스트 상자 10"/>
          <p:cNvSpPr txBox="1">
            <a:spLocks/>
          </p:cNvSpPr>
          <p:nvPr/>
        </p:nvSpPr>
        <p:spPr>
          <a:xfrm rot="0">
            <a:off x="5243195" y="1797050"/>
            <a:ext cx="1094740" cy="370840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텍스트 상자 12"/>
          <p:cNvSpPr txBox="1">
            <a:spLocks/>
          </p:cNvSpPr>
          <p:nvPr/>
        </p:nvSpPr>
        <p:spPr>
          <a:xfrm rot="0">
            <a:off x="5026660" y="2300605"/>
            <a:ext cx="3002915" cy="370840"/>
          </a:xfrm>
          <a:prstGeom prst="rect"/>
          <a:noFill/>
          <a:ln w="19050" cap="flat" cmpd="sng">
            <a:solidFill>
              <a:schemeClr val="bg1">
                <a:alpha val="100000"/>
              </a:schemeClr>
            </a:solidFill>
            <a:prstDash val="solid"/>
            <a:round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스마트팜 현황 한눈에 보기!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1" name="도형 13"/>
          <p:cNvSpPr>
            <a:spLocks/>
          </p:cNvSpPr>
          <p:nvPr/>
        </p:nvSpPr>
        <p:spPr>
          <a:xfrm rot="0">
            <a:off x="5184140" y="2853690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2" name="도형 15"/>
          <p:cNvSpPr>
            <a:spLocks/>
          </p:cNvSpPr>
          <p:nvPr/>
        </p:nvSpPr>
        <p:spPr>
          <a:xfrm rot="0">
            <a:off x="6381750" y="2856230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3" name="도형 16"/>
          <p:cNvSpPr>
            <a:spLocks/>
          </p:cNvSpPr>
          <p:nvPr/>
        </p:nvSpPr>
        <p:spPr>
          <a:xfrm rot="0">
            <a:off x="7588885" y="2849245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4" name="도형 17"/>
          <p:cNvSpPr>
            <a:spLocks/>
          </p:cNvSpPr>
          <p:nvPr/>
        </p:nvSpPr>
        <p:spPr>
          <a:xfrm rot="0">
            <a:off x="8786495" y="2851785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5" name="텍스트 상자 18"/>
          <p:cNvSpPr txBox="1">
            <a:spLocks/>
          </p:cNvSpPr>
          <p:nvPr/>
        </p:nvSpPr>
        <p:spPr>
          <a:xfrm rot="0">
            <a:off x="5193665" y="2941955"/>
            <a:ext cx="306705" cy="25463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이번 달 예상 수확량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6" name="텍스트 상자 19"/>
          <p:cNvSpPr txBox="1">
            <a:spLocks/>
          </p:cNvSpPr>
          <p:nvPr/>
        </p:nvSpPr>
        <p:spPr>
          <a:xfrm rot="0">
            <a:off x="6391275" y="2983865"/>
            <a:ext cx="306705" cy="25463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평균 품질 점수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텍스트 상자 20"/>
          <p:cNvSpPr txBox="1">
            <a:spLocks/>
          </p:cNvSpPr>
          <p:nvPr/>
        </p:nvSpPr>
        <p:spPr>
          <a:xfrm rot="0">
            <a:off x="7578725" y="2907665"/>
            <a:ext cx="953770" cy="41592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재배식물</a:t>
            </a:r>
            <a:r>
              <a:rPr sz="1050" i="0" b="0">
                <a:latin typeface="Segoe UI Emoji" charset="0"/>
                <a:ea typeface="ui-sans-serif" charset="0"/>
              </a:rPr>
              <a:t> 현재가 (소매)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18" name="텍스트 상자 21"/>
          <p:cNvSpPr txBox="1">
            <a:spLocks/>
          </p:cNvSpPr>
          <p:nvPr/>
        </p:nvSpPr>
        <p:spPr>
          <a:xfrm rot="0">
            <a:off x="8813165" y="2986405"/>
            <a:ext cx="24574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예측 수익률</a:t>
            </a:r>
            <a:r>
              <a:rPr lang="ko-KR" sz="1800">
                <a:latin typeface="맑은 고딕" charset="0"/>
                <a:ea typeface="맑은 고딕" charset="0"/>
              </a:rPr>
              <a:t>!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도형 22"/>
          <p:cNvSpPr>
            <a:spLocks/>
          </p:cNvSpPr>
          <p:nvPr/>
        </p:nvSpPr>
        <p:spPr>
          <a:xfrm rot="0">
            <a:off x="5105400" y="3761740"/>
            <a:ext cx="2469515" cy="111633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0" name="도형 24"/>
          <p:cNvSpPr>
            <a:spLocks/>
          </p:cNvSpPr>
          <p:nvPr/>
        </p:nvSpPr>
        <p:spPr>
          <a:xfrm rot="0">
            <a:off x="7853045" y="3764280"/>
            <a:ext cx="2469515" cy="111633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1" name="텍스트 상자 25"/>
          <p:cNvSpPr txBox="1">
            <a:spLocks/>
          </p:cNvSpPr>
          <p:nvPr/>
        </p:nvSpPr>
        <p:spPr>
          <a:xfrm rot="0">
            <a:off x="5441315" y="3909695"/>
            <a:ext cx="1403350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생산량 </a:t>
            </a:r>
            <a:r>
              <a:rPr lang="ko-KR" sz="1800">
                <a:latin typeface="맑은 고딕" charset="0"/>
                <a:ea typeface="맑은 고딕" charset="0"/>
              </a:rPr>
              <a:t>추이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2" name="텍스트 상자 26"/>
          <p:cNvSpPr txBox="1">
            <a:spLocks/>
          </p:cNvSpPr>
          <p:nvPr/>
        </p:nvSpPr>
        <p:spPr>
          <a:xfrm rot="0">
            <a:off x="5243830" y="4284980"/>
            <a:ext cx="1930400" cy="64706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막대그래프 </a:t>
            </a:r>
            <a:r>
              <a:rPr lang="ko-KR" sz="1800">
                <a:latin typeface="맑은 고딕" charset="0"/>
                <a:ea typeface="맑은 고딕" charset="0"/>
              </a:rPr>
              <a:t>그림</a:t>
            </a:r>
            <a:r>
              <a:rPr lang="ko-KR" sz="1800">
                <a:latin typeface="맑은 고딕" charset="0"/>
                <a:ea typeface="맑은 고딕" charset="0"/>
              </a:rPr>
              <a:t>(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>
              <a:buFontTx/>
              <a:buNone/>
            </a:pP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생산량 (kg)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,</a:t>
            </a:r>
            <a:r>
              <a:rPr lang="ko-KR"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 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품질 점수</a:t>
            </a:r>
            <a:r>
              <a:rPr lang="ko-KR" sz="1800">
                <a:latin typeface="맑은 고딕" charset="0"/>
                <a:ea typeface="맑은 고딕" charset="0"/>
              </a:rPr>
              <a:t>)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3" name="텍스트 상자 29"/>
          <p:cNvSpPr txBox="1">
            <a:spLocks/>
          </p:cNvSpPr>
          <p:nvPr/>
        </p:nvSpPr>
        <p:spPr>
          <a:xfrm rot="0">
            <a:off x="8050530" y="3912235"/>
            <a:ext cx="204216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토마토 </a:t>
            </a:r>
            <a:r>
              <a:rPr lang="ko-KR"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추이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4" name="텍스트 상자 30"/>
          <p:cNvSpPr txBox="1">
            <a:spLocks/>
          </p:cNvSpPr>
          <p:nvPr/>
        </p:nvSpPr>
        <p:spPr>
          <a:xfrm rot="0">
            <a:off x="7961630" y="4228465"/>
            <a:ext cx="2239645" cy="64706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꺽은선 그래프 </a:t>
            </a:r>
            <a:r>
              <a:rPr lang="ko-KR" sz="1800">
                <a:latin typeface="맑은 고딕" charset="0"/>
                <a:ea typeface="맑은 고딕" charset="0"/>
              </a:rPr>
              <a:t>그림</a:t>
            </a:r>
            <a:r>
              <a:rPr lang="ko-KR" sz="1800">
                <a:latin typeface="맑은 고딕" charset="0"/>
                <a:ea typeface="맑은 고딕" charset="0"/>
              </a:rPr>
              <a:t>(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>
              <a:buFontTx/>
              <a:buNone/>
            </a:pP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도매가 (원/kg)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,</a:t>
            </a:r>
            <a:r>
              <a:rPr lang="ko-KR"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 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소매가 (원/kg</a:t>
            </a:r>
            <a:r>
              <a:rPr lang="ko-KR" sz="1800">
                <a:latin typeface="맑은 고딕" charset="0"/>
                <a:ea typeface="맑은 고딕" charset="0"/>
              </a:rPr>
              <a:t>)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5" name="도형 31"/>
          <p:cNvSpPr>
            <a:spLocks/>
          </p:cNvSpPr>
          <p:nvPr/>
        </p:nvSpPr>
        <p:spPr>
          <a:xfrm>
            <a:off x="5668010" y="4975860"/>
            <a:ext cx="3279775" cy="85090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재배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현황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수확까지 일/날짜로 표시하기(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파프리카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위주로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)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6" name="도형 22"/>
          <p:cNvSpPr>
            <a:spLocks/>
          </p:cNvSpPr>
          <p:nvPr/>
        </p:nvSpPr>
        <p:spPr>
          <a:xfrm rot="0">
            <a:off x="1086485" y="1016635"/>
            <a:ext cx="9401810" cy="800735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7" name="도형 23"/>
          <p:cNvSpPr>
            <a:spLocks/>
          </p:cNvSpPr>
          <p:nvPr/>
        </p:nvSpPr>
        <p:spPr>
          <a:xfrm rot="0">
            <a:off x="6773545" y="1243330"/>
            <a:ext cx="2204085" cy="446405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Snss님 반갑습니다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8" name="도형 24"/>
          <p:cNvSpPr>
            <a:spLocks/>
          </p:cNvSpPr>
          <p:nvPr/>
        </p:nvSpPr>
        <p:spPr>
          <a:xfrm rot="0">
            <a:off x="9103995" y="1223645"/>
            <a:ext cx="1147445" cy="46609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로그아웃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9" name="도형 25"/>
          <p:cNvSpPr>
            <a:spLocks/>
          </p:cNvSpPr>
          <p:nvPr/>
        </p:nvSpPr>
        <p:spPr>
          <a:xfrm rot="0">
            <a:off x="1244600" y="1184275"/>
            <a:ext cx="1067435" cy="54483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Header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0" name="텍스트 상자 26"/>
          <p:cNvSpPr txBox="1">
            <a:spLocks/>
          </p:cNvSpPr>
          <p:nvPr/>
        </p:nvSpPr>
        <p:spPr>
          <a:xfrm rot="0">
            <a:off x="2557780" y="1234440"/>
            <a:ext cx="109474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1" name="텍스트 상자 27"/>
          <p:cNvSpPr txBox="1">
            <a:spLocks/>
          </p:cNvSpPr>
          <p:nvPr/>
        </p:nvSpPr>
        <p:spPr>
          <a:xfrm rot="0">
            <a:off x="3656330" y="1246505"/>
            <a:ext cx="14039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2" name="텍스트 상자 28"/>
          <p:cNvSpPr txBox="1">
            <a:spLocks/>
          </p:cNvSpPr>
          <p:nvPr/>
        </p:nvSpPr>
        <p:spPr>
          <a:xfrm rot="0">
            <a:off x="5031740" y="1229360"/>
            <a:ext cx="11753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0"/>
          <p:cNvSpPr>
            <a:spLocks/>
          </p:cNvSpPr>
          <p:nvPr/>
        </p:nvSpPr>
        <p:spPr>
          <a:xfrm rot="0">
            <a:off x="1136015" y="1016635"/>
            <a:ext cx="9411335" cy="497840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Rect 0"/>
          <p:cNvSpPr txBox="1">
            <a:spLocks/>
          </p:cNvSpPr>
          <p:nvPr/>
        </p:nvSpPr>
        <p:spPr>
          <a:xfrm rot="0">
            <a:off x="1875790" y="1913255"/>
            <a:ext cx="261112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스마트팜 </a:t>
            </a:r>
            <a:r>
              <a:rPr lang="ko-KR" sz="1800">
                <a:latin typeface="맑은 고딕" charset="0"/>
                <a:ea typeface="맑은 고딕" charset="0"/>
              </a:rPr>
              <a:t>AI 환경플랫폼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Rect 0"/>
          <p:cNvSpPr txBox="1">
            <a:spLocks/>
          </p:cNvSpPr>
          <p:nvPr/>
        </p:nvSpPr>
        <p:spPr>
          <a:xfrm rot="0">
            <a:off x="2082165" y="2429510"/>
            <a:ext cx="2089150" cy="147764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트팜 대시보드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분석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가격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Rect 0"/>
          <p:cNvSpPr txBox="1">
            <a:spLocks/>
          </p:cNvSpPr>
          <p:nvPr/>
        </p:nvSpPr>
        <p:spPr>
          <a:xfrm rot="0">
            <a:off x="2743835" y="4452620"/>
            <a:ext cx="2105660" cy="64706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왼쪽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카테고리나 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슬라이드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메뉴 분류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8" name="Rect 0"/>
          <p:cNvCxnSpPr/>
          <p:nvPr/>
        </p:nvCxnSpPr>
        <p:spPr>
          <a:xfrm rot="0" flipH="1">
            <a:off x="3244850" y="3912870"/>
            <a:ext cx="3175" cy="561975"/>
          </a:xfrm>
          <a:prstGeom prst="straightConnector1"/>
          <a:ln w="6350" cap="flat" cmpd="sng">
            <a:prstDash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Rect 0"/>
          <p:cNvSpPr txBox="1">
            <a:spLocks/>
          </p:cNvSpPr>
          <p:nvPr/>
        </p:nvSpPr>
        <p:spPr>
          <a:xfrm rot="0">
            <a:off x="5243195" y="1797050"/>
            <a:ext cx="14039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Rect 0"/>
          <p:cNvSpPr txBox="1">
            <a:spLocks/>
          </p:cNvSpPr>
          <p:nvPr/>
        </p:nvSpPr>
        <p:spPr>
          <a:xfrm rot="0">
            <a:off x="4964430" y="2278380"/>
            <a:ext cx="3990340" cy="27876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축적된 농가 데이터를 분석하여 최적 환경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 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추천서비스</a:t>
            </a:r>
            <a:endParaRPr lang="ko-KR" altLang="en-US" sz="1200" i="0" b="0">
              <a:solidFill>
                <a:schemeClr val="bg1"/>
              </a:solidFill>
              <a:latin typeface="Segoe UI Emoji" charset="0"/>
              <a:ea typeface="ui-sans-serif" charset="0"/>
            </a:endParaRPr>
          </a:p>
        </p:txBody>
      </p:sp>
      <p:sp>
        <p:nvSpPr>
          <p:cNvPr id="11" name="도형 35"/>
          <p:cNvSpPr>
            <a:spLocks/>
          </p:cNvSpPr>
          <p:nvPr/>
        </p:nvSpPr>
        <p:spPr>
          <a:xfrm rot="0">
            <a:off x="5509895" y="2705100"/>
            <a:ext cx="3615055" cy="92900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업로드(환경데이터,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생육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데이터,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생산량데이터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-ㅡ csv나 xl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s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x파일들)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2" name="도형 37"/>
          <p:cNvSpPr>
            <a:spLocks/>
          </p:cNvSpPr>
          <p:nvPr/>
        </p:nvSpPr>
        <p:spPr>
          <a:xfrm rot="0">
            <a:off x="9082405" y="1979295"/>
            <a:ext cx="1363980" cy="48514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ai분석버튼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5" name="도형 1"/>
          <p:cNvSpPr>
            <a:spLocks/>
          </p:cNvSpPr>
          <p:nvPr/>
        </p:nvSpPr>
        <p:spPr>
          <a:xfrm>
            <a:off x="5312410" y="4008755"/>
            <a:ext cx="4247515" cy="152209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분석한 축적된 농가의 데이터들이 나오게끔 할 예정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임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!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6" name="도형 29"/>
          <p:cNvSpPr>
            <a:spLocks/>
          </p:cNvSpPr>
          <p:nvPr/>
        </p:nvSpPr>
        <p:spPr>
          <a:xfrm rot="0">
            <a:off x="1125855" y="977265"/>
            <a:ext cx="9401175" cy="800100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도형 30"/>
          <p:cNvSpPr>
            <a:spLocks/>
          </p:cNvSpPr>
          <p:nvPr/>
        </p:nvSpPr>
        <p:spPr>
          <a:xfrm rot="0">
            <a:off x="6812915" y="1203960"/>
            <a:ext cx="2203450" cy="445770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Snss님 반갑습니다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8" name="도형 31"/>
          <p:cNvSpPr>
            <a:spLocks/>
          </p:cNvSpPr>
          <p:nvPr/>
        </p:nvSpPr>
        <p:spPr>
          <a:xfrm rot="0">
            <a:off x="9143365" y="1184275"/>
            <a:ext cx="1146810" cy="46545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</a:t>
            </a:r>
            <a:r>
              <a:rPr sz="1800">
                <a:latin typeface="맑은 고딕" charset="0"/>
                <a:ea typeface="맑은 고딕" charset="0"/>
              </a:rPr>
              <a:t>아웃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도형 32"/>
          <p:cNvSpPr>
            <a:spLocks/>
          </p:cNvSpPr>
          <p:nvPr/>
        </p:nvSpPr>
        <p:spPr>
          <a:xfrm rot="0">
            <a:off x="1283970" y="1144905"/>
            <a:ext cx="1066800" cy="54419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H</a:t>
            </a:r>
            <a:r>
              <a:rPr lang="ko-KR" sz="1800">
                <a:latin typeface="맑은 고딕" charset="0"/>
                <a:ea typeface="맑은 고딕" charset="0"/>
              </a:rPr>
              <a:t>ea</a:t>
            </a:r>
            <a:r>
              <a:rPr lang="ko-KR" sz="1800">
                <a:latin typeface="맑은 고딕" charset="0"/>
                <a:ea typeface="맑은 고딕" charset="0"/>
              </a:rPr>
              <a:t>de</a:t>
            </a:r>
            <a:r>
              <a:rPr lang="ko-KR" sz="1800">
                <a:latin typeface="맑은 고딕" charset="0"/>
                <a:ea typeface="맑은 고딕" charset="0"/>
              </a:rPr>
              <a:t>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0" name="텍스트 상자 33"/>
          <p:cNvSpPr txBox="1">
            <a:spLocks/>
          </p:cNvSpPr>
          <p:nvPr/>
        </p:nvSpPr>
        <p:spPr>
          <a:xfrm rot="0">
            <a:off x="2597150" y="1195070"/>
            <a:ext cx="109410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1" name="텍스트 상자 34"/>
          <p:cNvSpPr txBox="1">
            <a:spLocks/>
          </p:cNvSpPr>
          <p:nvPr/>
        </p:nvSpPr>
        <p:spPr>
          <a:xfrm rot="0">
            <a:off x="3695700" y="1207135"/>
            <a:ext cx="14033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2" name="텍스트 상자 35"/>
          <p:cNvSpPr txBox="1">
            <a:spLocks/>
          </p:cNvSpPr>
          <p:nvPr/>
        </p:nvSpPr>
        <p:spPr>
          <a:xfrm rot="0">
            <a:off x="5071110" y="1189990"/>
            <a:ext cx="11747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0"/>
          <p:cNvSpPr>
            <a:spLocks/>
          </p:cNvSpPr>
          <p:nvPr/>
        </p:nvSpPr>
        <p:spPr>
          <a:xfrm rot="0">
            <a:off x="1116965" y="1026160"/>
            <a:ext cx="9412605" cy="497967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Rect 0"/>
          <p:cNvSpPr txBox="1">
            <a:spLocks/>
          </p:cNvSpPr>
          <p:nvPr/>
        </p:nvSpPr>
        <p:spPr>
          <a:xfrm rot="0">
            <a:off x="1894840" y="1903730"/>
            <a:ext cx="261112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스마트팜 </a:t>
            </a:r>
            <a:r>
              <a:rPr lang="ko-KR" sz="1800">
                <a:latin typeface="맑은 고딕" charset="0"/>
                <a:ea typeface="맑은 고딕" charset="0"/>
              </a:rPr>
              <a:t>AI 환경플랫폼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Rect 0"/>
          <p:cNvSpPr txBox="1">
            <a:spLocks/>
          </p:cNvSpPr>
          <p:nvPr/>
        </p:nvSpPr>
        <p:spPr>
          <a:xfrm rot="0">
            <a:off x="2082165" y="2429510"/>
            <a:ext cx="2089150" cy="147764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트팜 대시보드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분석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가격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Rect 0"/>
          <p:cNvSpPr txBox="1">
            <a:spLocks/>
          </p:cNvSpPr>
          <p:nvPr/>
        </p:nvSpPr>
        <p:spPr>
          <a:xfrm rot="0">
            <a:off x="2490470" y="4443095"/>
            <a:ext cx="2162175" cy="64706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왼쪽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카테고리나 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>
              <a:buFontTx/>
              <a:buNone/>
            </a:pP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슬라이드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메뉴 분류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8" name="Rect 0"/>
          <p:cNvCxnSpPr/>
          <p:nvPr/>
        </p:nvCxnSpPr>
        <p:spPr>
          <a:xfrm rot="0">
            <a:off x="3088005" y="3931920"/>
            <a:ext cx="7620" cy="476885"/>
          </a:xfrm>
          <a:prstGeom prst="straightConnector1"/>
          <a:ln w="6350" cap="flat" cmpd="sng">
            <a:prstDash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Rect 0"/>
          <p:cNvSpPr txBox="1">
            <a:spLocks/>
          </p:cNvSpPr>
          <p:nvPr/>
        </p:nvSpPr>
        <p:spPr>
          <a:xfrm rot="0">
            <a:off x="5173980" y="1905635"/>
            <a:ext cx="11753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Rect 0"/>
          <p:cNvSpPr txBox="1">
            <a:spLocks/>
          </p:cNvSpPr>
          <p:nvPr/>
        </p:nvSpPr>
        <p:spPr>
          <a:xfrm rot="0">
            <a:off x="4622165" y="2428875"/>
            <a:ext cx="3990340" cy="46355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도/소매가 분석과 날씨 데이터를 연동하여 정확한 가격예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측하기!</a:t>
            </a:r>
            <a:endParaRPr lang="ko-KR" altLang="en-US" sz="1200" i="0" b="0">
              <a:solidFill>
                <a:schemeClr val="bg1"/>
              </a:solidFill>
              <a:latin typeface="Segoe UI Emoji" charset="0"/>
              <a:ea typeface="ui-sans-serif" charset="0"/>
            </a:endParaRPr>
          </a:p>
        </p:txBody>
      </p:sp>
      <p:sp>
        <p:nvSpPr>
          <p:cNvPr id="11" name="도형 39"/>
          <p:cNvSpPr>
            <a:spLocks/>
          </p:cNvSpPr>
          <p:nvPr/>
        </p:nvSpPr>
        <p:spPr>
          <a:xfrm rot="0">
            <a:off x="8801100" y="1943735"/>
            <a:ext cx="1670685" cy="48577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가격예측실행버튼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4" name="도형 3"/>
          <p:cNvSpPr>
            <a:spLocks/>
          </p:cNvSpPr>
          <p:nvPr/>
        </p:nvSpPr>
        <p:spPr>
          <a:xfrm rot="0">
            <a:off x="5381625" y="3110230"/>
            <a:ext cx="4078605" cy="123507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날씨데이터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들의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모아서 차례대로 나오게끔 1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s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t/2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n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d/3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r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d/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4</a:t>
            </a:r>
            <a:r>
              <a:rPr lang="ko-KR" sz="1800" baseline="30000">
                <a:solidFill>
                  <a:schemeClr val="tx1"/>
                </a:solidFill>
                <a:latin typeface="맑은 고딕" charset="0"/>
                <a:ea typeface="맑은 고딕" charset="0"/>
              </a:rPr>
              <a:t>th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순으로!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5" name="도형 5"/>
          <p:cNvSpPr>
            <a:spLocks/>
          </p:cNvSpPr>
          <p:nvPr/>
        </p:nvSpPr>
        <p:spPr>
          <a:xfrm>
            <a:off x="5372100" y="4443095"/>
            <a:ext cx="4128770" cy="135382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도/소매가 시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기별 분석 / 최적 판매 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  <a:p>
            <a:pPr marL="0" indent="0" algn="ctr" hangingPunct="1">
              <a:buFontTx/>
              <a:buNone/>
            </a:pP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시기 알림데이터들이 같이나오게!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6" name="도형 43"/>
          <p:cNvSpPr>
            <a:spLocks/>
          </p:cNvSpPr>
          <p:nvPr/>
        </p:nvSpPr>
        <p:spPr>
          <a:xfrm rot="0">
            <a:off x="1115695" y="1026795"/>
            <a:ext cx="9401810" cy="800735"/>
          </a:xfrm>
          <a:prstGeom prst="rect"/>
          <a:solidFill>
            <a:schemeClr val="bg1"/>
          </a:solidFill>
          <a:ln w="12700" cap="flat" cmpd="sng">
            <a:solidFill>
              <a:schemeClr val="tx1">
                <a:alpha val="10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도형 44"/>
          <p:cNvSpPr>
            <a:spLocks/>
          </p:cNvSpPr>
          <p:nvPr/>
        </p:nvSpPr>
        <p:spPr>
          <a:xfrm rot="0">
            <a:off x="6802755" y="1253490"/>
            <a:ext cx="2204085" cy="446405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Snss님 반갑습니다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8" name="도형 45"/>
          <p:cNvSpPr>
            <a:spLocks/>
          </p:cNvSpPr>
          <p:nvPr/>
        </p:nvSpPr>
        <p:spPr>
          <a:xfrm rot="0">
            <a:off x="9133205" y="1233805"/>
            <a:ext cx="1147445" cy="46609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로그아웃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도형 46"/>
          <p:cNvSpPr>
            <a:spLocks/>
          </p:cNvSpPr>
          <p:nvPr/>
        </p:nvSpPr>
        <p:spPr>
          <a:xfrm rot="0">
            <a:off x="1273810" y="1194435"/>
            <a:ext cx="1067435" cy="54483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Header logo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0" name="텍스트 상자 47"/>
          <p:cNvSpPr txBox="1">
            <a:spLocks/>
          </p:cNvSpPr>
          <p:nvPr/>
        </p:nvSpPr>
        <p:spPr>
          <a:xfrm rot="0">
            <a:off x="2586990" y="1244600"/>
            <a:ext cx="1094740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1" name="텍스트 상자 48"/>
          <p:cNvSpPr txBox="1">
            <a:spLocks/>
          </p:cNvSpPr>
          <p:nvPr/>
        </p:nvSpPr>
        <p:spPr>
          <a:xfrm rot="0">
            <a:off x="3685540" y="1256665"/>
            <a:ext cx="14039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데이터 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2" name="텍스트 상자 49"/>
          <p:cNvSpPr txBox="1">
            <a:spLocks/>
          </p:cNvSpPr>
          <p:nvPr/>
        </p:nvSpPr>
        <p:spPr>
          <a:xfrm rot="0">
            <a:off x="5060950" y="1239520"/>
            <a:ext cx="1175385" cy="37084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 val="solid"/>
          </a:ln>
        </p:spPr>
        <p:txBody>
          <a:bodyPr wrap="none" lIns="89535" tIns="46355" rIns="89535" bIns="46355" numCol="1" vert="horz" anchor="t">
            <a:spAutoFit/>
          </a:bodyPr>
          <a:lstStyle/>
          <a:p>
            <a:pPr marL="0" indent="0" algn="l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상자 5"/>
          <p:cNvSpPr txBox="1">
            <a:spLocks/>
          </p:cNvSpPr>
          <p:nvPr/>
        </p:nvSpPr>
        <p:spPr>
          <a:xfrm rot="0">
            <a:off x="1224280" y="1007110"/>
            <a:ext cx="3713480" cy="92392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5400" b="1">
                <a:solidFill>
                  <a:schemeClr val="accent1">
                    <a:lumMod val="50000"/>
                    <a:lumOff val="0"/>
                  </a:schemeClr>
                </a:solidFill>
                <a:latin typeface="나눔고딕 ExtraBold" charset="0"/>
                <a:ea typeface="나눔고딕 ExtraBold" charset="0"/>
              </a:rPr>
              <a:t>감사합니다!</a:t>
            </a:r>
            <a:endParaRPr lang="ko-KR" altLang="en-US" sz="5400" b="1">
              <a:solidFill>
                <a:schemeClr val="accent1">
                  <a:lumMod val="50000"/>
                  <a:lumOff val="0"/>
                </a:schemeClr>
              </a:solidFill>
              <a:latin typeface="나눔고딕 ExtraBold" charset="0"/>
              <a:ea typeface="나눔고딕 ExtraBold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7</Pages>
  <Paragraphs>1</Paragraphs>
  <Words>1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kim james</dc:creator>
  <cp:lastModifiedBy>kim james</cp:lastModifiedBy>
  <dc:title>PowerPoint 프레젠테이션</dc:title>
  <cp:version>10.105.298.56155</cp:version>
</cp:coreProperties>
</file>