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94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60" r:id="rId21"/>
    <p:sldId id="257" r:id="rId23"/>
    <p:sldId id="258" r:id="rId24"/>
    <p:sldId id="25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1" Type="http://schemas.openxmlformats.org/officeDocument/2006/relationships/slide" Target="slides/slide2.xml"></Relationship><Relationship Id="rId23" Type="http://schemas.openxmlformats.org/officeDocument/2006/relationships/slide" Target="slides/slide3.xml"></Relationship><Relationship Id="rId24" Type="http://schemas.openxmlformats.org/officeDocument/2006/relationships/slide" Target="slides/slide4.xml"></Relationship><Relationship Id="rId25" Type="http://schemas.openxmlformats.org/officeDocument/2006/relationships/slide" Target="slides/slide5.xml"></Relationship><Relationship Id="rId26" Type="http://schemas.openxmlformats.org/officeDocument/2006/relationships/viewProps" Target="viewProps.xml"></Relationship><Relationship Id="rId27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화면설계서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도형 1"/>
          <p:cNvSpPr>
            <a:spLocks/>
          </p:cNvSpPr>
          <p:nvPr/>
        </p:nvSpPr>
        <p:spPr>
          <a:xfrm rot="0">
            <a:off x="1125855" y="977265"/>
            <a:ext cx="9412605" cy="4979670"/>
          </a:xfrm>
          <a:prstGeom prst="rect"/>
          <a:solidFill>
            <a:schemeClr val="bg1">
              <a:lumMod val="50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" name="도형 2"/>
          <p:cNvSpPr>
            <a:spLocks/>
          </p:cNvSpPr>
          <p:nvPr/>
        </p:nvSpPr>
        <p:spPr>
          <a:xfrm rot="0">
            <a:off x="2597150" y="2162175"/>
            <a:ext cx="6142355" cy="2607310"/>
          </a:xfrm>
          <a:prstGeom prst="rect"/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메인내용꾸미기/파프리카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내용이나 스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마트팜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재배에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필요한 식물위주(딸기,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 토마토, 파프리카)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의 캐러셀이나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css내용이 들어가게끔!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s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ection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안에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다른 꾸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미는 이미지나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글씨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도 넣고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동영상도 있으면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넣을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계획!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" name="도형 6"/>
          <p:cNvSpPr>
            <a:spLocks/>
          </p:cNvSpPr>
          <p:nvPr/>
        </p:nvSpPr>
        <p:spPr>
          <a:xfrm rot="0">
            <a:off x="1125855" y="977265"/>
            <a:ext cx="9401175" cy="800100"/>
          </a:xfrm>
          <a:prstGeom prst="rect"/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" name="도형 10"/>
          <p:cNvSpPr>
            <a:spLocks/>
          </p:cNvSpPr>
          <p:nvPr/>
        </p:nvSpPr>
        <p:spPr>
          <a:xfrm rot="0">
            <a:off x="6812915" y="1203960"/>
            <a:ext cx="2203450" cy="44577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Snss님 반갑습니다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6" name="도형 11"/>
          <p:cNvSpPr>
            <a:spLocks/>
          </p:cNvSpPr>
          <p:nvPr/>
        </p:nvSpPr>
        <p:spPr>
          <a:xfrm rot="0">
            <a:off x="9143365" y="1184275"/>
            <a:ext cx="1146810" cy="465455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로그</a:t>
            </a:r>
            <a:r>
              <a:rPr sz="1800">
                <a:latin typeface="맑은 고딕" charset="0"/>
                <a:ea typeface="맑은 고딕" charset="0"/>
              </a:rPr>
              <a:t>아웃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도형 17"/>
          <p:cNvSpPr>
            <a:spLocks/>
          </p:cNvSpPr>
          <p:nvPr/>
        </p:nvSpPr>
        <p:spPr>
          <a:xfrm rot="0">
            <a:off x="1283970" y="1144905"/>
            <a:ext cx="1066800" cy="544195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H</a:t>
            </a:r>
            <a:r>
              <a:rPr lang="ko-KR" sz="1800">
                <a:latin typeface="맑은 고딕" charset="0"/>
                <a:ea typeface="맑은 고딕" charset="0"/>
              </a:rPr>
              <a:t>ea</a:t>
            </a:r>
            <a:r>
              <a:rPr lang="ko-KR" sz="1800">
                <a:latin typeface="맑은 고딕" charset="0"/>
                <a:ea typeface="맑은 고딕" charset="0"/>
              </a:rPr>
              <a:t>de</a:t>
            </a:r>
            <a:r>
              <a:rPr lang="ko-KR" sz="1800">
                <a:latin typeface="맑은 고딕" charset="0"/>
                <a:ea typeface="맑은 고딕" charset="0"/>
              </a:rPr>
              <a:t>r logo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" name="텍스트 상자 19"/>
          <p:cNvSpPr txBox="1">
            <a:spLocks/>
          </p:cNvSpPr>
          <p:nvPr/>
        </p:nvSpPr>
        <p:spPr>
          <a:xfrm rot="0">
            <a:off x="2597150" y="1195070"/>
            <a:ext cx="1094105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대시보드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" name="텍스트 상자 20"/>
          <p:cNvSpPr txBox="1">
            <a:spLocks/>
          </p:cNvSpPr>
          <p:nvPr/>
        </p:nvSpPr>
        <p:spPr>
          <a:xfrm rot="0">
            <a:off x="3695700" y="1207135"/>
            <a:ext cx="1403350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데이터 분석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텍스트 상자 21"/>
          <p:cNvSpPr txBox="1">
            <a:spLocks/>
          </p:cNvSpPr>
          <p:nvPr/>
        </p:nvSpPr>
        <p:spPr>
          <a:xfrm rot="0">
            <a:off x="5071110" y="1189990"/>
            <a:ext cx="1174750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가격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예측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도형 2"/>
          <p:cNvSpPr>
            <a:spLocks/>
          </p:cNvSpPr>
          <p:nvPr/>
        </p:nvSpPr>
        <p:spPr>
          <a:xfrm rot="0">
            <a:off x="1087755" y="1016635"/>
            <a:ext cx="9412605" cy="4979670"/>
          </a:xfrm>
          <a:prstGeom prst="rect"/>
          <a:solidFill>
            <a:schemeClr val="bg1">
              <a:lumMod val="50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" name="텍스트 상자 5"/>
          <p:cNvSpPr txBox="1">
            <a:spLocks/>
          </p:cNvSpPr>
          <p:nvPr/>
        </p:nvSpPr>
        <p:spPr>
          <a:xfrm rot="0">
            <a:off x="1838960" y="1875790"/>
            <a:ext cx="2620010" cy="370840"/>
          </a:xfrm>
          <a:prstGeom prst="rect"/>
          <a:noFill/>
          <a:ln w="19050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스마트팜 </a:t>
            </a:r>
            <a:r>
              <a:rPr lang="ko-KR" sz="1800">
                <a:latin typeface="맑은 고딕" charset="0"/>
                <a:ea typeface="맑은 고딕" charset="0"/>
              </a:rPr>
              <a:t>AI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환경플랫폼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6"/>
          <p:cNvSpPr txBox="1">
            <a:spLocks/>
          </p:cNvSpPr>
          <p:nvPr/>
        </p:nvSpPr>
        <p:spPr>
          <a:xfrm rot="0">
            <a:off x="2082165" y="2429510"/>
            <a:ext cx="2089150" cy="1477645"/>
          </a:xfrm>
          <a:prstGeom prst="rect"/>
          <a:noFill/>
          <a:ln w="19050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스마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트팜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대시보드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데이터 분석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가격 예측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텍스트 상자 7"/>
          <p:cNvSpPr txBox="1">
            <a:spLocks/>
          </p:cNvSpPr>
          <p:nvPr/>
        </p:nvSpPr>
        <p:spPr>
          <a:xfrm rot="0">
            <a:off x="1974850" y="4311650"/>
            <a:ext cx="2089150" cy="647065"/>
          </a:xfrm>
          <a:prstGeom prst="rect"/>
          <a:noFill/>
          <a:ln w="19050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왼쪽 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카테고리나 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슬라이드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메뉴 분류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8" name="도형 8"/>
          <p:cNvCxnSpPr/>
          <p:nvPr/>
        </p:nvCxnSpPr>
        <p:spPr>
          <a:xfrm rot="0">
            <a:off x="3153410" y="3950970"/>
            <a:ext cx="7620" cy="345440"/>
          </a:xfrm>
          <a:prstGeom prst="straightConnector1"/>
          <a:ln w="6350" cap="flat" cmpd="sng">
            <a:prstDash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텍스트 상자 10"/>
          <p:cNvSpPr txBox="1">
            <a:spLocks/>
          </p:cNvSpPr>
          <p:nvPr/>
        </p:nvSpPr>
        <p:spPr>
          <a:xfrm rot="0">
            <a:off x="5243195" y="1797050"/>
            <a:ext cx="1094740" cy="370840"/>
          </a:xfrm>
          <a:prstGeom prst="rect"/>
          <a:noFill/>
          <a:ln w="19050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대시보드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텍스트 상자 12"/>
          <p:cNvSpPr txBox="1">
            <a:spLocks/>
          </p:cNvSpPr>
          <p:nvPr/>
        </p:nvSpPr>
        <p:spPr>
          <a:xfrm rot="0">
            <a:off x="5026660" y="2300605"/>
            <a:ext cx="3002915" cy="370840"/>
          </a:xfrm>
          <a:prstGeom prst="rect"/>
          <a:noFill/>
          <a:ln w="19050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스마트팜 현황 한눈에 보기!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1" name="도형 13"/>
          <p:cNvSpPr>
            <a:spLocks/>
          </p:cNvSpPr>
          <p:nvPr/>
        </p:nvSpPr>
        <p:spPr>
          <a:xfrm rot="0">
            <a:off x="5184140" y="2853690"/>
            <a:ext cx="879475" cy="652145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2" name="도형 15"/>
          <p:cNvSpPr>
            <a:spLocks/>
          </p:cNvSpPr>
          <p:nvPr/>
        </p:nvSpPr>
        <p:spPr>
          <a:xfrm rot="0">
            <a:off x="6381750" y="2856230"/>
            <a:ext cx="879475" cy="652145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3" name="도형 16"/>
          <p:cNvSpPr>
            <a:spLocks/>
          </p:cNvSpPr>
          <p:nvPr/>
        </p:nvSpPr>
        <p:spPr>
          <a:xfrm rot="0">
            <a:off x="7588885" y="2849245"/>
            <a:ext cx="879475" cy="652145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4" name="도형 17"/>
          <p:cNvSpPr>
            <a:spLocks/>
          </p:cNvSpPr>
          <p:nvPr/>
        </p:nvSpPr>
        <p:spPr>
          <a:xfrm rot="0">
            <a:off x="8786495" y="2851785"/>
            <a:ext cx="879475" cy="652145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5" name="텍스트 상자 18"/>
          <p:cNvSpPr txBox="1">
            <a:spLocks/>
          </p:cNvSpPr>
          <p:nvPr/>
        </p:nvSpPr>
        <p:spPr>
          <a:xfrm rot="0">
            <a:off x="5193665" y="2941955"/>
            <a:ext cx="306705" cy="25463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050" i="0" b="0">
                <a:latin typeface="Segoe UI Emoji" charset="0"/>
                <a:ea typeface="ui-sans-serif" charset="0"/>
              </a:rPr>
              <a:t>이번 달 예상 수확량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6" name="텍스트 상자 19"/>
          <p:cNvSpPr txBox="1">
            <a:spLocks/>
          </p:cNvSpPr>
          <p:nvPr/>
        </p:nvSpPr>
        <p:spPr>
          <a:xfrm rot="0">
            <a:off x="6391275" y="2983865"/>
            <a:ext cx="306705" cy="25463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050" i="0" b="0">
                <a:latin typeface="Segoe UI Emoji" charset="0"/>
                <a:ea typeface="ui-sans-serif" charset="0"/>
              </a:rPr>
              <a:t>평균 품질 점수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7" name="텍스트 상자 20"/>
          <p:cNvSpPr txBox="1">
            <a:spLocks/>
          </p:cNvSpPr>
          <p:nvPr/>
        </p:nvSpPr>
        <p:spPr>
          <a:xfrm rot="0">
            <a:off x="7578725" y="2907665"/>
            <a:ext cx="953770" cy="41592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050" i="0" b="0">
                <a:latin typeface="Segoe UI Emoji" charset="0"/>
                <a:ea typeface="ui-sans-serif" charset="0"/>
              </a:rPr>
              <a:t>재배식물</a:t>
            </a:r>
            <a:r>
              <a:rPr sz="1050" i="0" b="0">
                <a:latin typeface="Segoe UI Emoji" charset="0"/>
                <a:ea typeface="ui-sans-serif" charset="0"/>
              </a:rPr>
              <a:t> 현재가 (소매)</a:t>
            </a:r>
            <a:endParaRPr lang="ko-KR" altLang="en-US" sz="1100">
              <a:latin typeface="맑은 고딕" charset="0"/>
              <a:ea typeface="맑은 고딕" charset="0"/>
            </a:endParaRPr>
          </a:p>
        </p:txBody>
      </p:sp>
      <p:sp>
        <p:nvSpPr>
          <p:cNvPr id="18" name="텍스트 상자 21"/>
          <p:cNvSpPr txBox="1">
            <a:spLocks/>
          </p:cNvSpPr>
          <p:nvPr/>
        </p:nvSpPr>
        <p:spPr>
          <a:xfrm rot="0">
            <a:off x="8813165" y="2986405"/>
            <a:ext cx="245745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050" i="0" b="0">
                <a:latin typeface="Segoe UI Emoji" charset="0"/>
                <a:ea typeface="ui-sans-serif" charset="0"/>
              </a:rPr>
              <a:t>예측 수익률</a:t>
            </a:r>
            <a:r>
              <a:rPr lang="ko-KR" sz="1800">
                <a:latin typeface="맑은 고딕" charset="0"/>
                <a:ea typeface="맑은 고딕" charset="0"/>
              </a:rPr>
              <a:t>!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9" name="도형 22"/>
          <p:cNvSpPr>
            <a:spLocks/>
          </p:cNvSpPr>
          <p:nvPr/>
        </p:nvSpPr>
        <p:spPr>
          <a:xfrm rot="0">
            <a:off x="5105400" y="3761740"/>
            <a:ext cx="2469515" cy="111633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0" name="도형 24"/>
          <p:cNvSpPr>
            <a:spLocks/>
          </p:cNvSpPr>
          <p:nvPr/>
        </p:nvSpPr>
        <p:spPr>
          <a:xfrm rot="0">
            <a:off x="7853045" y="3764280"/>
            <a:ext cx="2469515" cy="111633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25"/>
          <p:cNvSpPr txBox="1">
            <a:spLocks/>
          </p:cNvSpPr>
          <p:nvPr/>
        </p:nvSpPr>
        <p:spPr>
          <a:xfrm rot="0">
            <a:off x="5441315" y="3909695"/>
            <a:ext cx="140335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생산량 </a:t>
            </a:r>
            <a:r>
              <a:rPr lang="ko-KR" sz="1800">
                <a:latin typeface="맑은 고딕" charset="0"/>
                <a:ea typeface="맑은 고딕" charset="0"/>
              </a:rPr>
              <a:t>추이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2" name="텍스트 상자 26"/>
          <p:cNvSpPr txBox="1">
            <a:spLocks/>
          </p:cNvSpPr>
          <p:nvPr/>
        </p:nvSpPr>
        <p:spPr>
          <a:xfrm rot="0">
            <a:off x="5243830" y="4284980"/>
            <a:ext cx="1930400" cy="64706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막대그래프 </a:t>
            </a:r>
            <a:r>
              <a:rPr lang="ko-KR" sz="1800">
                <a:latin typeface="맑은 고딕" charset="0"/>
                <a:ea typeface="맑은 고딕" charset="0"/>
              </a:rPr>
              <a:t>그림</a:t>
            </a:r>
            <a:r>
              <a:rPr lang="ko-KR" sz="1800">
                <a:latin typeface="맑은 고딕" charset="0"/>
                <a:ea typeface="맑은 고딕" charset="0"/>
              </a:rPr>
              <a:t>(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>
              <a:buFontTx/>
              <a:buNone/>
            </a:pPr>
            <a:r>
              <a:rPr sz="1200" i="0" b="0">
                <a:solidFill>
                  <a:schemeClr val="tx1"/>
                </a:solidFill>
                <a:latin typeface="Segoe UI Emoji" charset="0"/>
                <a:ea typeface="ui-sans-serif" charset="0"/>
              </a:rPr>
              <a:t>생산량 (kg)</a:t>
            </a:r>
            <a:r>
              <a:rPr sz="1200" i="0" b="0">
                <a:solidFill>
                  <a:schemeClr val="tx1"/>
                </a:solidFill>
                <a:latin typeface="Segoe UI Emoji" charset="0"/>
                <a:ea typeface="ui-sans-serif" charset="0"/>
              </a:rPr>
              <a:t>,</a:t>
            </a:r>
            <a:r>
              <a:rPr lang="ko-KR" sz="1200" i="0" b="0">
                <a:solidFill>
                  <a:schemeClr val="tx1"/>
                </a:solidFill>
                <a:latin typeface="Segoe UI Emoji" charset="0"/>
                <a:ea typeface="ui-sans-serif" charset="0"/>
              </a:rPr>
              <a:t> </a:t>
            </a:r>
            <a:r>
              <a:rPr sz="1200" i="0" b="0">
                <a:solidFill>
                  <a:schemeClr val="tx1"/>
                </a:solidFill>
                <a:latin typeface="Segoe UI Emoji" charset="0"/>
                <a:ea typeface="ui-sans-serif" charset="0"/>
              </a:rPr>
              <a:t>품질 점수</a:t>
            </a:r>
            <a:r>
              <a:rPr lang="ko-KR" sz="1800">
                <a:latin typeface="맑은 고딕" charset="0"/>
                <a:ea typeface="맑은 고딕" charset="0"/>
              </a:rPr>
              <a:t>)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3" name="텍스트 상자 29"/>
          <p:cNvSpPr txBox="1">
            <a:spLocks/>
          </p:cNvSpPr>
          <p:nvPr/>
        </p:nvSpPr>
        <p:spPr>
          <a:xfrm rot="0">
            <a:off x="8050530" y="3912235"/>
            <a:ext cx="2042160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토마토 </a:t>
            </a:r>
            <a:r>
              <a:rPr lang="ko-KR" sz="1800">
                <a:latin typeface="맑은 고딕" charset="0"/>
                <a:ea typeface="맑은 고딕" charset="0"/>
              </a:rPr>
              <a:t>가격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추이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4" name="텍스트 상자 30"/>
          <p:cNvSpPr txBox="1">
            <a:spLocks/>
          </p:cNvSpPr>
          <p:nvPr/>
        </p:nvSpPr>
        <p:spPr>
          <a:xfrm rot="0">
            <a:off x="7961630" y="4228465"/>
            <a:ext cx="2239645" cy="64706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꺽은선 그래프 </a:t>
            </a:r>
            <a:r>
              <a:rPr lang="ko-KR" sz="1800">
                <a:latin typeface="맑은 고딕" charset="0"/>
                <a:ea typeface="맑은 고딕" charset="0"/>
              </a:rPr>
              <a:t>그림</a:t>
            </a:r>
            <a:r>
              <a:rPr lang="ko-KR" sz="1800">
                <a:latin typeface="맑은 고딕" charset="0"/>
                <a:ea typeface="맑은 고딕" charset="0"/>
              </a:rPr>
              <a:t>(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>
              <a:buFontTx/>
              <a:buNone/>
            </a:pPr>
            <a:r>
              <a:rPr sz="1200" i="0" b="0">
                <a:solidFill>
                  <a:schemeClr val="tx1"/>
                </a:solidFill>
                <a:latin typeface="Segoe UI Emoji" charset="0"/>
                <a:ea typeface="ui-sans-serif" charset="0"/>
              </a:rPr>
              <a:t>도매가 (원/kg)</a:t>
            </a:r>
            <a:r>
              <a:rPr sz="1200" i="0" b="0">
                <a:solidFill>
                  <a:schemeClr val="tx1"/>
                </a:solidFill>
                <a:latin typeface="Segoe UI Emoji" charset="0"/>
                <a:ea typeface="ui-sans-serif" charset="0"/>
              </a:rPr>
              <a:t>,</a:t>
            </a:r>
            <a:r>
              <a:rPr lang="ko-KR" sz="1200" i="0" b="0">
                <a:solidFill>
                  <a:schemeClr val="tx1"/>
                </a:solidFill>
                <a:latin typeface="Segoe UI Emoji" charset="0"/>
                <a:ea typeface="ui-sans-serif" charset="0"/>
              </a:rPr>
              <a:t> </a:t>
            </a:r>
            <a:r>
              <a:rPr sz="1200" i="0" b="0">
                <a:solidFill>
                  <a:schemeClr val="tx1"/>
                </a:solidFill>
                <a:latin typeface="Segoe UI Emoji" charset="0"/>
                <a:ea typeface="ui-sans-serif" charset="0"/>
              </a:rPr>
              <a:t>소매가 (원/kg</a:t>
            </a:r>
            <a:r>
              <a:rPr lang="ko-KR" sz="1800">
                <a:latin typeface="맑은 고딕" charset="0"/>
                <a:ea typeface="맑은 고딕" charset="0"/>
              </a:rPr>
              <a:t>)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5" name="도형 31"/>
          <p:cNvSpPr>
            <a:spLocks/>
          </p:cNvSpPr>
          <p:nvPr/>
        </p:nvSpPr>
        <p:spPr>
          <a:xfrm>
            <a:off x="5668010" y="4975860"/>
            <a:ext cx="3279775" cy="85090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재배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현황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수확까지 일/날짜로 표시하기(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파프리카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위주로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)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6" name="도형 22"/>
          <p:cNvSpPr>
            <a:spLocks/>
          </p:cNvSpPr>
          <p:nvPr/>
        </p:nvSpPr>
        <p:spPr>
          <a:xfrm rot="0">
            <a:off x="1086485" y="1016635"/>
            <a:ext cx="9401810" cy="800735"/>
          </a:xfrm>
          <a:prstGeom prst="rect"/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7" name="도형 23"/>
          <p:cNvSpPr>
            <a:spLocks/>
          </p:cNvSpPr>
          <p:nvPr/>
        </p:nvSpPr>
        <p:spPr>
          <a:xfrm rot="0">
            <a:off x="6773545" y="1243330"/>
            <a:ext cx="2204085" cy="446405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Snss님 반갑습니다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8" name="도형 24"/>
          <p:cNvSpPr>
            <a:spLocks/>
          </p:cNvSpPr>
          <p:nvPr/>
        </p:nvSpPr>
        <p:spPr>
          <a:xfrm rot="0">
            <a:off x="9103995" y="1223645"/>
            <a:ext cx="1147445" cy="466090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로그아웃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9" name="도형 25"/>
          <p:cNvSpPr>
            <a:spLocks/>
          </p:cNvSpPr>
          <p:nvPr/>
        </p:nvSpPr>
        <p:spPr>
          <a:xfrm rot="0">
            <a:off x="1244600" y="1184275"/>
            <a:ext cx="1067435" cy="544830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Header logo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0" name="텍스트 상자 26"/>
          <p:cNvSpPr txBox="1">
            <a:spLocks/>
          </p:cNvSpPr>
          <p:nvPr/>
        </p:nvSpPr>
        <p:spPr>
          <a:xfrm rot="0">
            <a:off x="2557780" y="1234440"/>
            <a:ext cx="1094740" cy="37084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대시보드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1" name="텍스트 상자 27"/>
          <p:cNvSpPr txBox="1">
            <a:spLocks/>
          </p:cNvSpPr>
          <p:nvPr/>
        </p:nvSpPr>
        <p:spPr>
          <a:xfrm rot="0">
            <a:off x="3656330" y="1246505"/>
            <a:ext cx="1403985" cy="37084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데이터 분석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2" name="텍스트 상자 28"/>
          <p:cNvSpPr txBox="1">
            <a:spLocks/>
          </p:cNvSpPr>
          <p:nvPr/>
        </p:nvSpPr>
        <p:spPr>
          <a:xfrm rot="0">
            <a:off x="5031740" y="1229360"/>
            <a:ext cx="1175385" cy="37084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가격</a:t>
            </a:r>
            <a:r>
              <a:rPr lang="ko-KR" sz="1800">
                <a:latin typeface="맑은 고딕" charset="0"/>
                <a:ea typeface="맑은 고딕" charset="0"/>
              </a:rPr>
              <a:t> 예측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136015" y="1016635"/>
            <a:ext cx="9411335" cy="4978400"/>
          </a:xfrm>
          <a:prstGeom prst="rect"/>
          <a:solidFill>
            <a:schemeClr val="bg1">
              <a:lumMod val="50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1875790" y="1913255"/>
            <a:ext cx="2611120" cy="37084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스마트팜 </a:t>
            </a:r>
            <a:r>
              <a:rPr lang="ko-KR" sz="1800">
                <a:latin typeface="맑은 고딕" charset="0"/>
                <a:ea typeface="맑은 고딕" charset="0"/>
              </a:rPr>
              <a:t>AI 환경플랫폼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2082165" y="2429510"/>
            <a:ext cx="2089150" cy="147764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스마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트팜 대시보드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데이터 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분석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가격 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예측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2743835" y="4452620"/>
            <a:ext cx="2105660" cy="64706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왼쪽 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카테고리나 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슬라이드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메뉴 분류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8" name="Rect 0"/>
          <p:cNvCxnSpPr/>
          <p:nvPr/>
        </p:nvCxnSpPr>
        <p:spPr>
          <a:xfrm rot="0" flipH="1">
            <a:off x="3244850" y="3912870"/>
            <a:ext cx="3175" cy="561975"/>
          </a:xfrm>
          <a:prstGeom prst="straightConnector1"/>
          <a:ln w="6350" cap="flat" cmpd="sng">
            <a:prstDash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 0"/>
          <p:cNvSpPr txBox="1">
            <a:spLocks/>
          </p:cNvSpPr>
          <p:nvPr/>
        </p:nvSpPr>
        <p:spPr>
          <a:xfrm rot="0">
            <a:off x="5243195" y="1797050"/>
            <a:ext cx="1403985" cy="37084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데이터 분석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Rect 0"/>
          <p:cNvSpPr txBox="1">
            <a:spLocks/>
          </p:cNvSpPr>
          <p:nvPr/>
        </p:nvSpPr>
        <p:spPr>
          <a:xfrm rot="0">
            <a:off x="4964430" y="2278380"/>
            <a:ext cx="3990340" cy="27876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200" i="0" b="0">
                <a:solidFill>
                  <a:schemeClr val="bg1"/>
                </a:solidFill>
                <a:latin typeface="Segoe UI Emoji" charset="0"/>
                <a:ea typeface="ui-sans-serif" charset="0"/>
              </a:rPr>
              <a:t>축적된 농가 데이터를 분석하여 최적 환경</a:t>
            </a:r>
            <a:r>
              <a:rPr lang="ko-KR" sz="1200" i="0" b="0">
                <a:solidFill>
                  <a:schemeClr val="bg1"/>
                </a:solidFill>
                <a:latin typeface="Segoe UI Emoji" charset="0"/>
                <a:ea typeface="ui-sans-serif" charset="0"/>
              </a:rPr>
              <a:t> </a:t>
            </a:r>
            <a:r>
              <a:rPr lang="ko-KR" sz="1200" i="0" b="0">
                <a:solidFill>
                  <a:schemeClr val="bg1"/>
                </a:solidFill>
                <a:latin typeface="Segoe UI Emoji" charset="0"/>
                <a:ea typeface="ui-sans-serif" charset="0"/>
              </a:rPr>
              <a:t>추천서비스</a:t>
            </a:r>
            <a:endParaRPr lang="ko-KR" altLang="en-US" sz="1200" i="0" b="0">
              <a:solidFill>
                <a:schemeClr val="bg1"/>
              </a:solidFill>
              <a:latin typeface="Segoe UI Emoji" charset="0"/>
              <a:ea typeface="ui-sans-serif" charset="0"/>
            </a:endParaRPr>
          </a:p>
        </p:txBody>
      </p:sp>
      <p:sp>
        <p:nvSpPr>
          <p:cNvPr id="11" name="도형 35"/>
          <p:cNvSpPr>
            <a:spLocks/>
          </p:cNvSpPr>
          <p:nvPr/>
        </p:nvSpPr>
        <p:spPr>
          <a:xfrm rot="0">
            <a:off x="5509895" y="2705100"/>
            <a:ext cx="3615055" cy="929005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데이터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업로드(환경데이터,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 생육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데이터,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 생산량데이터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-ㅡ csv나 xl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s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x파일들)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2" name="도형 37"/>
          <p:cNvSpPr>
            <a:spLocks/>
          </p:cNvSpPr>
          <p:nvPr/>
        </p:nvSpPr>
        <p:spPr>
          <a:xfrm rot="0">
            <a:off x="9082405" y="1979295"/>
            <a:ext cx="1363980" cy="485140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ai분석버튼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5" name="도형 1"/>
          <p:cNvSpPr>
            <a:spLocks/>
          </p:cNvSpPr>
          <p:nvPr/>
        </p:nvSpPr>
        <p:spPr>
          <a:xfrm>
            <a:off x="5312410" y="4008755"/>
            <a:ext cx="4247515" cy="1522095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분석한 축적된 농가의 데이터들이 나오게끔 할 예정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임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!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6" name="도형 29"/>
          <p:cNvSpPr>
            <a:spLocks/>
          </p:cNvSpPr>
          <p:nvPr/>
        </p:nvSpPr>
        <p:spPr>
          <a:xfrm rot="0">
            <a:off x="1125855" y="977265"/>
            <a:ext cx="9401175" cy="800100"/>
          </a:xfrm>
          <a:prstGeom prst="rect"/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7" name="도형 30"/>
          <p:cNvSpPr>
            <a:spLocks/>
          </p:cNvSpPr>
          <p:nvPr/>
        </p:nvSpPr>
        <p:spPr>
          <a:xfrm rot="0">
            <a:off x="6812915" y="1203960"/>
            <a:ext cx="2203450" cy="44577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Snss님 반갑습니다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8" name="도형 31"/>
          <p:cNvSpPr>
            <a:spLocks/>
          </p:cNvSpPr>
          <p:nvPr/>
        </p:nvSpPr>
        <p:spPr>
          <a:xfrm rot="0">
            <a:off x="9143365" y="1184275"/>
            <a:ext cx="1146810" cy="465455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로그</a:t>
            </a:r>
            <a:r>
              <a:rPr sz="1800">
                <a:latin typeface="맑은 고딕" charset="0"/>
                <a:ea typeface="맑은 고딕" charset="0"/>
              </a:rPr>
              <a:t>아웃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9" name="도형 32"/>
          <p:cNvSpPr>
            <a:spLocks/>
          </p:cNvSpPr>
          <p:nvPr/>
        </p:nvSpPr>
        <p:spPr>
          <a:xfrm rot="0">
            <a:off x="1283970" y="1144905"/>
            <a:ext cx="1066800" cy="544195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latin typeface="맑은 고딕" charset="0"/>
                <a:ea typeface="맑은 고딕" charset="0"/>
              </a:rPr>
              <a:t>H</a:t>
            </a:r>
            <a:r>
              <a:rPr lang="ko-KR" sz="1800">
                <a:latin typeface="맑은 고딕" charset="0"/>
                <a:ea typeface="맑은 고딕" charset="0"/>
              </a:rPr>
              <a:t>ea</a:t>
            </a:r>
            <a:r>
              <a:rPr lang="ko-KR" sz="1800">
                <a:latin typeface="맑은 고딕" charset="0"/>
                <a:ea typeface="맑은 고딕" charset="0"/>
              </a:rPr>
              <a:t>de</a:t>
            </a:r>
            <a:r>
              <a:rPr lang="ko-KR" sz="1800">
                <a:latin typeface="맑은 고딕" charset="0"/>
                <a:ea typeface="맑은 고딕" charset="0"/>
              </a:rPr>
              <a:t>r logo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0" name="텍스트 상자 33"/>
          <p:cNvSpPr txBox="1">
            <a:spLocks/>
          </p:cNvSpPr>
          <p:nvPr/>
        </p:nvSpPr>
        <p:spPr>
          <a:xfrm rot="0">
            <a:off x="2597150" y="1195070"/>
            <a:ext cx="1094105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대시보드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34"/>
          <p:cNvSpPr txBox="1">
            <a:spLocks/>
          </p:cNvSpPr>
          <p:nvPr/>
        </p:nvSpPr>
        <p:spPr>
          <a:xfrm rot="0">
            <a:off x="3695700" y="1207135"/>
            <a:ext cx="1403350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데이터 분석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2" name="텍스트 상자 35"/>
          <p:cNvSpPr txBox="1">
            <a:spLocks/>
          </p:cNvSpPr>
          <p:nvPr/>
        </p:nvSpPr>
        <p:spPr>
          <a:xfrm rot="0">
            <a:off x="5071110" y="1189990"/>
            <a:ext cx="1174750" cy="37020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가격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예측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116965" y="1026160"/>
            <a:ext cx="9412605" cy="4979670"/>
          </a:xfrm>
          <a:prstGeom prst="rect"/>
          <a:solidFill>
            <a:schemeClr val="bg1">
              <a:lumMod val="50000"/>
              <a:lumOff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1894840" y="1903730"/>
            <a:ext cx="2611120" cy="37084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스마트팜 </a:t>
            </a:r>
            <a:r>
              <a:rPr lang="ko-KR" sz="1800">
                <a:latin typeface="맑은 고딕" charset="0"/>
                <a:ea typeface="맑은 고딕" charset="0"/>
              </a:rPr>
              <a:t>AI 환경플랫폼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2082165" y="2429510"/>
            <a:ext cx="2089150" cy="147764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스마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트팜 대시보드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데이터 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분석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가격 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예측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2490470" y="4443095"/>
            <a:ext cx="2162175" cy="647065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왼쪽 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카테고리나 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슬라이드</a:t>
            </a:r>
            <a:r>
              <a:rPr lang="ko-KR" sz="1800">
                <a:solidFill>
                  <a:schemeClr val="bg1"/>
                </a:solidFill>
                <a:latin typeface="맑은 고딕" charset="0"/>
                <a:ea typeface="맑은 고딕" charset="0"/>
              </a:rPr>
              <a:t>메뉴 분류</a:t>
            </a:r>
            <a:endParaRPr lang="ko-KR" altLang="en-US" sz="180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8" name="Rect 0"/>
          <p:cNvCxnSpPr/>
          <p:nvPr/>
        </p:nvCxnSpPr>
        <p:spPr>
          <a:xfrm rot="0">
            <a:off x="3088005" y="3931920"/>
            <a:ext cx="7620" cy="476885"/>
          </a:xfrm>
          <a:prstGeom prst="straightConnector1"/>
          <a:ln w="6350" cap="flat" cmpd="sng">
            <a:prstDash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 0"/>
          <p:cNvSpPr txBox="1">
            <a:spLocks/>
          </p:cNvSpPr>
          <p:nvPr/>
        </p:nvSpPr>
        <p:spPr>
          <a:xfrm rot="0">
            <a:off x="5173980" y="1905635"/>
            <a:ext cx="1175385" cy="37084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가격</a:t>
            </a:r>
            <a:r>
              <a:rPr lang="ko-KR" sz="1800">
                <a:latin typeface="맑은 고딕" charset="0"/>
                <a:ea typeface="맑은 고딕" charset="0"/>
              </a:rPr>
              <a:t> 예측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0" name="Rect 0"/>
          <p:cNvSpPr txBox="1">
            <a:spLocks/>
          </p:cNvSpPr>
          <p:nvPr/>
        </p:nvSpPr>
        <p:spPr>
          <a:xfrm rot="0">
            <a:off x="4622165" y="2428875"/>
            <a:ext cx="3990340" cy="46355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200" i="0" b="0">
                <a:solidFill>
                  <a:schemeClr val="bg1"/>
                </a:solidFill>
                <a:latin typeface="Segoe UI Emoji" charset="0"/>
                <a:ea typeface="ui-sans-serif" charset="0"/>
              </a:rPr>
              <a:t>도/소매가 분석과 날씨 데이터를 연동하여 정확한 가격예</a:t>
            </a:r>
            <a:r>
              <a:rPr lang="ko-KR" sz="1200" i="0" b="0">
                <a:solidFill>
                  <a:schemeClr val="bg1"/>
                </a:solidFill>
                <a:latin typeface="Segoe UI Emoji" charset="0"/>
                <a:ea typeface="ui-sans-serif" charset="0"/>
              </a:rPr>
              <a:t>측하기!</a:t>
            </a:r>
            <a:endParaRPr lang="ko-KR" altLang="en-US" sz="1200" i="0" b="0">
              <a:solidFill>
                <a:schemeClr val="bg1"/>
              </a:solidFill>
              <a:latin typeface="Segoe UI Emoji" charset="0"/>
              <a:ea typeface="ui-sans-serif" charset="0"/>
            </a:endParaRPr>
          </a:p>
        </p:txBody>
      </p:sp>
      <p:sp>
        <p:nvSpPr>
          <p:cNvPr id="11" name="도형 39"/>
          <p:cNvSpPr>
            <a:spLocks/>
          </p:cNvSpPr>
          <p:nvPr/>
        </p:nvSpPr>
        <p:spPr>
          <a:xfrm rot="0">
            <a:off x="8801100" y="1943735"/>
            <a:ext cx="1670685" cy="485775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가격예측실행버튼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4" name="도형 3"/>
          <p:cNvSpPr>
            <a:spLocks/>
          </p:cNvSpPr>
          <p:nvPr/>
        </p:nvSpPr>
        <p:spPr>
          <a:xfrm rot="0">
            <a:off x="5381625" y="3110230"/>
            <a:ext cx="4078605" cy="1235075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날씨데이터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들의 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모아서 차례대로 나오게끔 1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s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t/2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n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d/3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r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d/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4</a:t>
            </a:r>
            <a:r>
              <a:rPr lang="ko-KR" sz="1800" baseline="30000">
                <a:solidFill>
                  <a:schemeClr val="tx1"/>
                </a:solidFill>
                <a:latin typeface="맑은 고딕" charset="0"/>
                <a:ea typeface="맑은 고딕" charset="0"/>
              </a:rPr>
              <a:t>th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 순으로!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5" name="도형 5"/>
          <p:cNvSpPr>
            <a:spLocks/>
          </p:cNvSpPr>
          <p:nvPr/>
        </p:nvSpPr>
        <p:spPr>
          <a:xfrm>
            <a:off x="5372100" y="4443095"/>
            <a:ext cx="4128770" cy="1353820"/>
          </a:xfrm>
          <a:prstGeom prst="rect"/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도/소매가 시</a:t>
            </a: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기별 분석 / 최적 판매 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ctr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맑은 고딕" charset="0"/>
                <a:ea typeface="맑은 고딕" charset="0"/>
              </a:rPr>
              <a:t>시기 알림데이터들이 같이나오게!</a:t>
            </a:r>
            <a:endParaRPr lang="ko-KR" altLang="en-US" sz="180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6" name="도형 43"/>
          <p:cNvSpPr>
            <a:spLocks/>
          </p:cNvSpPr>
          <p:nvPr/>
        </p:nvSpPr>
        <p:spPr>
          <a:xfrm rot="0">
            <a:off x="1115695" y="1026795"/>
            <a:ext cx="9401810" cy="800735"/>
          </a:xfrm>
          <a:prstGeom prst="rect"/>
          <a:solidFill>
            <a:schemeClr val="bg1"/>
          </a:solidFill>
          <a:ln w="127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7" name="도형 44"/>
          <p:cNvSpPr>
            <a:spLocks/>
          </p:cNvSpPr>
          <p:nvPr/>
        </p:nvSpPr>
        <p:spPr>
          <a:xfrm rot="0">
            <a:off x="6802755" y="1253490"/>
            <a:ext cx="2204085" cy="446405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Snss님 반갑습니다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8" name="도형 45"/>
          <p:cNvSpPr>
            <a:spLocks/>
          </p:cNvSpPr>
          <p:nvPr/>
        </p:nvSpPr>
        <p:spPr>
          <a:xfrm rot="0">
            <a:off x="9133205" y="1233805"/>
            <a:ext cx="1147445" cy="466090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로그아웃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9" name="도형 46"/>
          <p:cNvSpPr>
            <a:spLocks/>
          </p:cNvSpPr>
          <p:nvPr/>
        </p:nvSpPr>
        <p:spPr>
          <a:xfrm rot="0">
            <a:off x="1273810" y="1194435"/>
            <a:ext cx="1067435" cy="544830"/>
          </a:xfrm>
          <a:prstGeom prst="rect"/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Header logo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0" name="텍스트 상자 47"/>
          <p:cNvSpPr txBox="1">
            <a:spLocks/>
          </p:cNvSpPr>
          <p:nvPr/>
        </p:nvSpPr>
        <p:spPr>
          <a:xfrm rot="0">
            <a:off x="2586990" y="1244600"/>
            <a:ext cx="1094740" cy="37084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대시보드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48"/>
          <p:cNvSpPr txBox="1">
            <a:spLocks/>
          </p:cNvSpPr>
          <p:nvPr/>
        </p:nvSpPr>
        <p:spPr>
          <a:xfrm rot="0">
            <a:off x="3685540" y="1256665"/>
            <a:ext cx="1403985" cy="37084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데이터 분석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2" name="텍스트 상자 49"/>
          <p:cNvSpPr txBox="1">
            <a:spLocks/>
          </p:cNvSpPr>
          <p:nvPr/>
        </p:nvSpPr>
        <p:spPr>
          <a:xfrm rot="0">
            <a:off x="5060950" y="1239520"/>
            <a:ext cx="1175385" cy="370840"/>
          </a:xfrm>
          <a:prstGeom prst="rect"/>
          <a:noFill/>
          <a:ln w="0" cap="flat" cmpd="sng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가격</a:t>
            </a:r>
            <a:r>
              <a:rPr lang="ko-KR" sz="1800">
                <a:latin typeface="맑은 고딕" charset="0"/>
                <a:ea typeface="맑은 고딕" charset="0"/>
              </a:rPr>
              <a:t> 예측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5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kim james</dc:creator>
  <cp:lastModifiedBy>kim james</cp:lastModifiedBy>
  <dc:title>PowerPoint 프레젠테이션</dc:title>
  <cp:version>10.105.298.56155</cp:version>
</cp:coreProperties>
</file>