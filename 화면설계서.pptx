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64" r:id="rId13"/>
  </p:sldMasterIdLst>
  <p:notesMasterIdLst>
    <p:notesMasterId r:id="rId17"/>
  </p:notesMasterIdLst>
  <p:handoutMasterIdLst>
    <p:handoutMasterId r:id="rId15"/>
  </p:handoutMasterIdLst>
  <p:sldIdLst>
    <p:sldId id="256" r:id="rId19"/>
    <p:sldId id="257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0" Type="http://schemas.openxmlformats.org/officeDocument/2006/relationships/slide" Target="slides/slide2.xml"></Relationship><Relationship Id="rId22" Type="http://schemas.openxmlformats.org/officeDocument/2006/relationships/viewProps" Target="viewProps.xml"></Relationship><Relationship Id="rId23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635" cy="2388235"/>
          </a:xfrm>
        </p:spPr>
        <p:txBody>
          <a:bodyPr wrap="square" lIns="91440" tIns="45720" rIns="91440" bIns="45720" numCol="1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/>
              <a:t>화면설계서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도형 2"/>
          <p:cNvSpPr>
            <a:spLocks/>
          </p:cNvSpPr>
          <p:nvPr/>
        </p:nvSpPr>
        <p:spPr>
          <a:xfrm rot="0">
            <a:off x="1125855" y="1016635"/>
            <a:ext cx="9410700" cy="4977765"/>
          </a:xfrm>
          <a:prstGeom prst="rect"/>
          <a:solidFill>
            <a:schemeClr val="bg1">
              <a:lumMod val="50000"/>
              <a:lumOff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2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kim james</dc:creator>
  <cp:lastModifiedBy>kim james</cp:lastModifiedBy>
  <dc:title>PowerPoint 프레젠테이션</dc:title>
  <cp:version>10.105.298.56155</cp:version>
</cp:coreProperties>
</file>