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handoutMasters/handoutMaster1.xml" ContentType="application/vnd.openxmlformats-officedocument.presentationml.handoutMaster+xml"/>
  <Override PartName="/ppt/theme/theme2.xml" ContentType="application/vnd.openxmlformats-officedocument.theme+xml"/>
  <Override PartName="/ppt/notesMasters/notesMaster1.xml" ContentType="application/vnd.openxmlformats-officedocument.presentationml.notesMaster+xml"/>
  <Override PartName="/ppt/theme/theme3.xml" ContentType="application/vnd.openxmlformats-officedocument.theme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?>
<Relationships xmlns="http://schemas.openxmlformats.org/package/2006/relationships"><Relationship Id="rId1" Type="http://schemas.openxmlformats.org/officeDocument/2006/relationships/officeDocument" Target="ppt/presentation.xml"></Relationship><Relationship Id="rId2" Type="http://schemas.openxmlformats.org/package/2006/relationships/metadata/core-properties" Target="docProps/core.xml"></Relationship><Relationship Id="rId3" Type="http://schemas.openxmlformats.org/officeDocument/2006/relationships/extended-properties" Target="docProps/app.xml"></Relationship><Relationship Id="rId4" Type="http://schemas.openxmlformats.org/package/2006/relationships/metadata/thumbnail" Target="docProps/thumbnail.jpeg"></Relationship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 saveSubsetFonts="1">
  <p:sldMasterIdLst>
    <p:sldMasterId id="2147483793" r:id="rId13"/>
  </p:sldMasterIdLst>
  <p:notesMasterIdLst>
    <p:notesMasterId r:id="rId17"/>
  </p:notesMasterIdLst>
  <p:handoutMasterIdLst>
    <p:handoutMasterId r:id="rId15"/>
  </p:handoutMasterIdLst>
  <p:sldIdLst>
    <p:sldId id="256" r:id="rId19"/>
    <p:sldId id="260" r:id="rId21"/>
    <p:sldId id="257" r:id="rId23"/>
    <p:sldId id="258" r:id="rId24"/>
    <p:sldId id="259" r:id="rId2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</p:extLst>
  </p:showPr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View">
  <p:normalViewPr horzBarState="maximized">
    <p:restoredLeft sz="18001" autoAdjust="0"/>
    <p:restoredTop sz="94660"/>
  </p:normalViewPr>
  <p:slideViewPr>
    <p:cSldViewPr snapToGrid="0" snapToObjects="1">
      <p:cViewPr varScale="1">
        <p:scale>
          <a:sx n="88" d="100"/>
          <a:sy n="88" d="100"/>
        </p:scale>
        <p:origin x="96" y="4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79" d="100"/>
          <a:sy n="79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?>
<Relationships xmlns="http://schemas.openxmlformats.org/package/2006/relationships"><Relationship Id="rId1" Type="http://schemas.openxmlformats.org/officeDocument/2006/relationships/tableStyles" Target="tableStyles.xml"></Relationship><Relationship Id="rId13" Type="http://schemas.openxmlformats.org/officeDocument/2006/relationships/slideMaster" Target="slideMasters/slideMaster1.xml"></Relationship><Relationship Id="rId14" Type="http://schemas.openxmlformats.org/officeDocument/2006/relationships/theme" Target="theme/theme1.xml"></Relationship><Relationship Id="rId15" Type="http://schemas.openxmlformats.org/officeDocument/2006/relationships/handoutMaster" Target="handoutMasters/handoutMaster1.xml"></Relationship><Relationship Id="rId17" Type="http://schemas.openxmlformats.org/officeDocument/2006/relationships/notesMaster" Target="notesMasters/notesMaster1.xml"></Relationship><Relationship Id="rId19" Type="http://schemas.openxmlformats.org/officeDocument/2006/relationships/slide" Target="slides/slide1.xml"></Relationship><Relationship Id="rId21" Type="http://schemas.openxmlformats.org/officeDocument/2006/relationships/slide" Target="slides/slide2.xml"></Relationship><Relationship Id="rId23" Type="http://schemas.openxmlformats.org/officeDocument/2006/relationships/slide" Target="slides/slide3.xml"></Relationship><Relationship Id="rId24" Type="http://schemas.openxmlformats.org/officeDocument/2006/relationships/slide" Target="slides/slide4.xml"></Relationship><Relationship Id="rId25" Type="http://schemas.openxmlformats.org/officeDocument/2006/relationships/slide" Target="slides/slide5.xml"></Relationship><Relationship Id="rId26" Type="http://schemas.openxmlformats.org/officeDocument/2006/relationships/viewProps" Target="viewProps.xml"></Relationship><Relationship Id="rId27" Type="http://schemas.openxmlformats.org/officeDocument/2006/relationships/presProps" Target="presProps.xml"></Relationship></Relationships>
</file>

<file path=ppt/handoutMasters/_rels/handoutMaster1.xml.rels><?xml version="1.0" encoding="UTF-8"?>
<Relationships xmlns="http://schemas.openxmlformats.org/package/2006/relationships"><Relationship Id="rId1" Type="http://schemas.openxmlformats.org/officeDocument/2006/relationships/theme" Target="../theme/theme2.xml"></Relationship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E9214C1-2863-45BA-A7C5-D5EA3C3D4C30}" type="datetimeFigureOut">
              <a:rPr lang="ko-KR" altLang="en-US" smtClean="0"/>
              <a:t>2018-12-20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E3020B9-F693-4639-BB27-7B1AD87C61A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4642763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?>
<Relationships xmlns="http://schemas.openxmlformats.org/package/2006/relationships"><Relationship Id="rId1" Type="http://schemas.openxmlformats.org/officeDocument/2006/relationships/theme" Target="../theme/theme3.xml"></Relationship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F563C85-90F6-445D-9B5B-8ABB00FB3043}" type="datetimeFigureOut">
              <a:rPr lang="ko-KR" altLang="en-US" smtClean="0"/>
              <a:t>2018-12-20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0B16B34-ED2F-4269-81E8-097D50C9027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08175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
<Relationships xmlns="http://schemas.openxmlformats.org/package/2006/relationships"><Relationship Id="rId1" Type="http://schemas.openxmlformats.org/officeDocument/2006/relationships/notesMaster" Target="../notesMasters/notesMaster1.xml"></Relationship><Relationship Id="rId2" Type="http://schemas.openxmlformats.org/officeDocument/2006/relationships/slide" Target="../slides/slide1.xml"></Relationship></Relationships>
</file>

<file path=ppt/notesSlides/_rels/notesSlide2.xml.rels><?xml version="1.0" encoding="UTF-8"?>
<Relationships xmlns="http://schemas.openxmlformats.org/package/2006/relationships"><Relationship Id="rId2" Type="http://schemas.openxmlformats.org/officeDocument/2006/relationships/notesMaster" Target="../notesMasters/notesMaster1.xml"></Relationship><Relationship Id="rId3" Type="http://schemas.openxmlformats.org/officeDocument/2006/relationships/slide" Target="../slides/slide2.xml"></Relationship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16B34-ED2F-4269-81E8-097D50C90279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0645660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 rot="0">
            <a:off x="685800" y="1143000"/>
            <a:ext cx="5487035" cy="3086735"/>
          </a:xfrm>
          <a:prstGeom prst="rect"/>
          <a:noFill/>
          <a:ln w="12700" cap="flat" cmpd="sng">
            <a:solidFill>
              <a:srgbClr val="000000">
                <a:alpha val="100000"/>
              </a:srgbClr>
            </a:solidFill>
            <a:prstDash val="solid"/>
          </a:ln>
        </p:spPr>
        <p:txBody>
          <a:bodyPr wrap="square" lIns="0" tIns="0" rIns="0" bIns="0" vert="horz" anchor="t">
            <a:noAutofit/>
          </a:bodyPr>
          <a:lstStyle/>
          <a:p>
            <a:pPr marL="0" indent="0"/>
          </a:p>
        </p:txBody>
      </p:sp>
      <p:sp>
        <p:nvSpPr>
          <p:cNvPr id="3" name="슬라이드 노트 개체 틀 2"/>
          <p:cNvSpPr txBox="1">
            <a:spLocks noGrp="1"/>
          </p:cNvSpPr>
          <p:nvPr>
            <p:ph type="body" idx="1"/>
          </p:nvPr>
        </p:nvSpPr>
        <p:spPr>
          <a:xfrm rot="0">
            <a:off x="685800" y="4400550"/>
            <a:ext cx="5487035" cy="3601085"/>
          </a:xfrm>
          <a:prstGeom prst="rect"/>
        </p:spPr>
        <p:txBody>
          <a:bodyPr wrap="square" lIns="91440" tIns="45720" rIns="91440" bIns="45720" numCol="1" vert="horz" anchor="t">
            <a:noAutofit/>
          </a:bodyPr>
          <a:lstStyle/>
          <a:p>
            <a:pPr marL="0" indent="0">
              <a:buFontTx/>
              <a:buNone/>
            </a:pPr>
          </a:p>
        </p:txBody>
      </p:sp>
      <p:sp>
        <p:nvSpPr>
          <p:cNvPr id="4" name="슬라이드 번호 개체 틀 3"/>
          <p:cNvSpPr txBox="1">
            <a:spLocks noGrp="1"/>
          </p:cNvSpPr>
          <p:nvPr>
            <p:ph type="sldNum" idx="10"/>
          </p:nvPr>
        </p:nvSpPr>
        <p:spPr>
          <a:xfrm rot="0">
            <a:off x="3884930" y="8685530"/>
            <a:ext cx="2972435" cy="459105"/>
          </a:xfrm>
          <a:prstGeom prst="rect"/>
        </p:spPr>
        <p:txBody>
          <a:bodyPr wrap="square" lIns="91440" tIns="45720" rIns="91440" bIns="45720" numCol="1" vert="horz" anchor="b">
            <a:noAutofit/>
          </a:bodyPr>
          <a:lstStyle/>
          <a:p>
            <a:pPr marL="0" indent="0">
              <a:buFontTx/>
              <a:buNone/>
            </a:pPr>
            <a:fld id="{B9320F77-B9A0-41C5-862A-B4B631284C64}" type="slidenum">
              <a:rPr lang="ko-KR" altLang="en-US"/>
              <a:t>1</a:t>
            </a:fld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0"/>
    </mc:Choice>
    <mc:Fallback>
      <p:transition spd="slow"/>
    </mc:Fallback>
  </mc:AlternateContent>
</p:notes>
</file>

<file path=ppt/slideLayouts/_rels/slideLayout1.xml.rels><?xml version="1.0" encoding="UTF-8"?>
<Relationships xmlns="http://schemas.openxmlformats.org/package/2006/relationships"><Relationship Id="rId1" Type="http://schemas.openxmlformats.org/officeDocument/2006/relationships/slideMaster" Target="../slideMasters/slideMaster1.xml"></Relationship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680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355"/>
            <a:ext cx="9144000" cy="1655445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835" cy="365760"/>
          </a:xfrm>
        </p:spPr>
        <p:txBody>
          <a:bodyPr/>
          <a:lstStyle/>
          <a:p>
            <a:fld id="{14ED09F3-42FA-4000-BA19-9FDED2BD3142}" type="datetimeFigureOut">
              <a:rPr lang="ko-KR" altLang="en-US" smtClean="0"/>
              <a:t>2018-12-20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5435" cy="365760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835" cy="365760"/>
          </a:xfrm>
        </p:spPr>
        <p:txBody>
          <a:bodyPr/>
          <a:lstStyle/>
          <a:p>
            <a:fld id="{1D1169E2-93EA-4F50-8F12-231B5AD0A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1647121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ED09F3-42FA-4000-BA19-9FDED2BD3142}" type="datetimeFigureOut">
              <a:rPr lang="ko-KR" altLang="en-US" smtClean="0"/>
              <a:t>2018-12-20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1169E2-93EA-4F50-8F12-231B5AD0A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26598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ED09F3-42FA-4000-BA19-9FDED2BD3142}" type="datetimeFigureOut">
              <a:rPr lang="ko-KR" altLang="en-US" smtClean="0"/>
              <a:t>2018-12-20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1169E2-93EA-4F50-8F12-231B5AD0A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976575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ED09F3-42FA-4000-BA19-9FDED2BD3142}" type="datetimeFigureOut">
              <a:rPr lang="ko-KR" altLang="en-US" smtClean="0"/>
              <a:t>2018-12-20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1169E2-93EA-4F50-8F12-231B5AD0A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674817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ED09F3-42FA-4000-BA19-9FDED2BD3142}" type="datetimeFigureOut">
              <a:rPr lang="ko-KR" altLang="en-US" smtClean="0"/>
              <a:t>2018-12-20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1169E2-93EA-4F50-8F12-231B5AD0A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650797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ED09F3-42FA-4000-BA19-9FDED2BD3142}" type="datetimeFigureOut">
              <a:rPr lang="ko-KR" altLang="en-US" smtClean="0"/>
              <a:t>2018-12-20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1169E2-93EA-4F50-8F12-231B5AD0A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149173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ED09F3-42FA-4000-BA19-9FDED2BD3142}" type="datetimeFigureOut">
              <a:rPr lang="ko-KR" altLang="en-US" smtClean="0"/>
              <a:t>2018-12-20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1169E2-93EA-4F50-8F12-231B5AD0A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604670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ED09F3-42FA-4000-BA19-9FDED2BD3142}" type="datetimeFigureOut">
              <a:rPr lang="ko-KR" altLang="en-US" smtClean="0"/>
              <a:t>2018-12-20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1169E2-93EA-4F50-8F12-231B5AD0A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534778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ED09F3-42FA-4000-BA19-9FDED2BD3142}" type="datetimeFigureOut">
              <a:rPr lang="ko-KR" altLang="en-US" smtClean="0"/>
              <a:t>2018-12-20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1169E2-93EA-4F50-8F12-231B5AD0A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025984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ED09F3-42FA-4000-BA19-9FDED2BD3142}" type="datetimeFigureOut">
              <a:rPr lang="ko-KR" altLang="en-US" smtClean="0"/>
              <a:t>2018-12-20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1169E2-93EA-4F50-8F12-231B5AD0A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705760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ED09F3-42FA-4000-BA19-9FDED2BD3142}" type="datetimeFigureOut">
              <a:rPr lang="ko-KR" altLang="en-US" smtClean="0"/>
              <a:t>2018-12-20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1169E2-93EA-4F50-8F12-231B5AD0A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20114824"/>
      </p:ext>
    </p:extLst>
  </p:cSld>
  <p:clrMapOvr>
    <a:masterClrMapping/>
  </p:clrMapOvr>
</p:sldLayout>
</file>

<file path=ppt/slideMasters/_rels/slideMaster1.xml.rels><?xml version="1.0" encoding="UTF-8"?>
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slideLayout" Target="../slideLayouts/slideLayout2.xml"></Relationship><Relationship Id="rId3" Type="http://schemas.openxmlformats.org/officeDocument/2006/relationships/slideLayout" Target="../slideLayouts/slideLayout3.xml"></Relationship><Relationship Id="rId4" Type="http://schemas.openxmlformats.org/officeDocument/2006/relationships/slideLayout" Target="../slideLayouts/slideLayout4.xml"></Relationship><Relationship Id="rId5" Type="http://schemas.openxmlformats.org/officeDocument/2006/relationships/slideLayout" Target="../slideLayouts/slideLayout5.xml"></Relationship><Relationship Id="rId6" Type="http://schemas.openxmlformats.org/officeDocument/2006/relationships/slideLayout" Target="../slideLayouts/slideLayout6.xml"></Relationship><Relationship Id="rId7" Type="http://schemas.openxmlformats.org/officeDocument/2006/relationships/slideLayout" Target="../slideLayouts/slideLayout7.xml"></Relationship><Relationship Id="rId8" Type="http://schemas.openxmlformats.org/officeDocument/2006/relationships/slideLayout" Target="../slideLayouts/slideLayout8.xml"></Relationship><Relationship Id="rId9" Type="http://schemas.openxmlformats.org/officeDocument/2006/relationships/slideLayout" Target="../slideLayouts/slideLayout9.xml"></Relationship><Relationship Id="rId10" Type="http://schemas.openxmlformats.org/officeDocument/2006/relationships/slideLayout" Target="../slideLayouts/slideLayout10.xml"></Relationship><Relationship Id="rId11" Type="http://schemas.openxmlformats.org/officeDocument/2006/relationships/slideLayout" Target="../slideLayouts/slideLayout11.xml"></Relationship><Relationship Id="rId12" Type="http://schemas.openxmlformats.org/officeDocument/2006/relationships/theme" Target="../theme/theme1.xml"></Relationship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88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4ED09F3-42FA-4000-BA19-9FDED2BD3142}" type="datetimeFigureOut">
              <a:rPr lang="ko-KR" altLang="en-US" smtClean="0"/>
              <a:t>2018-12-20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1169E2-93EA-4F50-8F12-231B5AD0A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704946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79" r:id="rId1"/>
    <p:sldLayoutId id="2147483780" r:id="rId2"/>
    <p:sldLayoutId id="2147483781" r:id="rId3"/>
    <p:sldLayoutId id="2147483782" r:id="rId4"/>
    <p:sldLayoutId id="2147483783" r:id="rId5"/>
    <p:sldLayoutId id="2147483784" r:id="rId6"/>
    <p:sldLayoutId id="2147483785" r:id="rId7"/>
    <p:sldLayoutId id="2147483786" r:id="rId8"/>
    <p:sldLayoutId id="2147483787" r:id="rId9"/>
    <p:sldLayoutId id="2147483788" r:id="rId10"/>
    <p:sldLayoutId id="2147483789" r:id="rId11"/>
  </p:sldLayoutIdLst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
<Relationships xmlns="http://schemas.openxmlformats.org/package/2006/relationships"><Relationship Id="rId2" Type="http://schemas.openxmlformats.org/officeDocument/2006/relationships/notesSlide" Target="../notesSlides/notesSlide1.xml"></Relationship><Relationship Id="rId3" Type="http://schemas.openxmlformats.org/officeDocument/2006/relationships/slideLayout" Target="../slideLayouts/slideLayout1.xml"></Relationship></Relationships>
</file>

<file path=ppt/slides/_rels/slide2.xml.rels><?xml version="1.0" encoding="UTF-8"?>
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notesSlide" Target="../notesSlides/notesSlide2.xml"></Relationship></Relationships>
</file>

<file path=ppt/slides/_rels/slide3.xml.rels><?xml version="1.0" encoding="UTF-8"?>
<Relationships xmlns="http://schemas.openxmlformats.org/package/2006/relationships"><Relationship Id="rId1" Type="http://schemas.openxmlformats.org/officeDocument/2006/relationships/slideLayout" Target="../slideLayouts/slideLayout2.xml"></Relationship></Relationships>
</file>

<file path=ppt/slides/_rels/slide4.xml.rels><?xml version="1.0" encoding="UTF-8"?>
<Relationships xmlns="http://schemas.openxmlformats.org/package/2006/relationships"><Relationship Id="rId1" Type="http://schemas.openxmlformats.org/officeDocument/2006/relationships/slideLayout" Target="../slideLayouts/slideLayout2.xml"></Relationship></Relationships>
</file>

<file path=ppt/slides/_rels/slide5.xml.rels><?xml version="1.0" encoding="UTF-8"?>
<Relationships xmlns="http://schemas.openxmlformats.org/package/2006/relationships"><Relationship Id="rId1" Type="http://schemas.openxmlformats.org/officeDocument/2006/relationships/slideLayout" Target="../slideLayouts/slideLayout2.xml"></Relationship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680"/>
            <a:ext cx="9144635" cy="2388235"/>
          </a:xfrm>
        </p:spPr>
        <p:txBody>
          <a:bodyPr wrap="square" lIns="91440" tIns="45720" rIns="91440" bIns="45720" numCol="1" vert="horz" anchor="b">
            <a:normAutofit fontScale="100000" lnSpcReduction="0"/>
          </a:bodyPr>
          <a:lstStyle/>
          <a:p>
            <a:pPr marL="0" indent="0">
              <a:buFontTx/>
              <a:buNone/>
            </a:pPr>
            <a:r>
              <a:rPr lang="ko-KR" altLang="en-US"/>
              <a:t>화면설계서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2203168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도형 1"/>
          <p:cNvSpPr>
            <a:spLocks/>
          </p:cNvSpPr>
          <p:nvPr/>
        </p:nvSpPr>
        <p:spPr>
          <a:xfrm rot="0">
            <a:off x="1125855" y="977265"/>
            <a:ext cx="9412605" cy="4979670"/>
          </a:xfrm>
          <a:prstGeom prst="rect"/>
          <a:solidFill>
            <a:schemeClr val="bg1">
              <a:lumMod val="50000"/>
              <a:lumOff val="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numCol="1" vert="horz" anchor="ctr">
            <a:noAutofit/>
          </a:bodyPr>
          <a:lstStyle/>
          <a:p>
            <a:pPr marL="0" indent="0" algn="ctr" hangingPunct="1">
              <a:buFontTx/>
              <a:buNone/>
            </a:pP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3" name="도형 2"/>
          <p:cNvSpPr>
            <a:spLocks/>
          </p:cNvSpPr>
          <p:nvPr/>
        </p:nvSpPr>
        <p:spPr>
          <a:xfrm rot="0">
            <a:off x="2597150" y="2162175"/>
            <a:ext cx="6142355" cy="2607310"/>
          </a:xfrm>
          <a:prstGeom prst="rect"/>
          <a:solidFill>
            <a:schemeClr val="bg1"/>
          </a:solidFill>
          <a:ln w="12700" cap="flat" cmpd="sng">
            <a:solidFill>
              <a:schemeClr val="tx1">
                <a:alpha val="10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vert="horz" anchor="ctr">
            <a:noAutofit/>
          </a:bodyPr>
          <a:lstStyle/>
          <a:p>
            <a:pPr marL="0" indent="0" algn="ctr" hangingPunct="1"/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메인내용꾸미기/파프리카 </a:t>
            </a:r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내용이나 스</a:t>
            </a:r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마트팜 </a:t>
            </a:r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재배에</a:t>
            </a:r>
            <a:endParaRPr lang="ko-KR" altLang="en-US" sz="1800">
              <a:solidFill>
                <a:schemeClr val="tx1"/>
              </a:solidFill>
              <a:latin typeface="맑은 고딕" charset="0"/>
              <a:ea typeface="맑은 고딕" charset="0"/>
            </a:endParaRPr>
          </a:p>
          <a:p>
            <a:pPr marL="0" indent="0" algn="ctr" hangingPunct="1"/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필요한 식물위주(딸기,</a:t>
            </a:r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 토마토, 파프리카)</a:t>
            </a:r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의 캐러셀이나 </a:t>
            </a:r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css내용이 들어가게끔!</a:t>
            </a:r>
            <a:endParaRPr lang="ko-KR" altLang="en-US" sz="1800">
              <a:solidFill>
                <a:schemeClr val="tx1"/>
              </a:solidFill>
              <a:latin typeface="맑은 고딕" charset="0"/>
              <a:ea typeface="맑은 고딕" charset="0"/>
            </a:endParaRPr>
          </a:p>
          <a:p>
            <a:pPr marL="0" indent="0" algn="ctr" hangingPunct="1"/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s</a:t>
            </a:r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ection</a:t>
            </a:r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안에 </a:t>
            </a:r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다른 꾸</a:t>
            </a:r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미는 이미지나 </a:t>
            </a:r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글씨</a:t>
            </a:r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도 넣고</a:t>
            </a:r>
            <a:endParaRPr lang="ko-KR" altLang="en-US" sz="1800">
              <a:solidFill>
                <a:schemeClr val="tx1"/>
              </a:solidFill>
              <a:latin typeface="맑은 고딕" charset="0"/>
              <a:ea typeface="맑은 고딕" charset="0"/>
            </a:endParaRPr>
          </a:p>
          <a:p>
            <a:pPr marL="0" indent="0" algn="ctr" hangingPunct="1"/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동영상도 있으면 </a:t>
            </a:r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넣을 </a:t>
            </a:r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계획!</a:t>
            </a:r>
            <a:endParaRPr lang="ko-KR" altLang="en-US" sz="1800">
              <a:solidFill>
                <a:schemeClr val="tx1"/>
              </a:solidFill>
              <a:latin typeface="맑은 고딕" charset="0"/>
              <a:ea typeface="맑은 고딕" charset="0"/>
            </a:endParaRPr>
          </a:p>
        </p:txBody>
      </p:sp>
      <p:sp>
        <p:nvSpPr>
          <p:cNvPr id="4" name="도형 6"/>
          <p:cNvSpPr>
            <a:spLocks/>
          </p:cNvSpPr>
          <p:nvPr/>
        </p:nvSpPr>
        <p:spPr>
          <a:xfrm rot="0">
            <a:off x="1125855" y="977265"/>
            <a:ext cx="9401175" cy="800100"/>
          </a:xfrm>
          <a:prstGeom prst="rect"/>
          <a:solidFill>
            <a:schemeClr val="bg1"/>
          </a:solidFill>
          <a:ln w="12700" cap="flat" cmpd="sng">
            <a:solidFill>
              <a:schemeClr val="tx1">
                <a:alpha val="10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vert="horz" anchor="ctr">
            <a:noAutofit/>
          </a:bodyPr>
          <a:lstStyle/>
          <a:p>
            <a:pPr marL="0" indent="0" algn="ctr" hangingPunct="1"/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5" name="도형 10"/>
          <p:cNvSpPr>
            <a:spLocks/>
          </p:cNvSpPr>
          <p:nvPr/>
        </p:nvSpPr>
        <p:spPr>
          <a:xfrm rot="0">
            <a:off x="6812915" y="1203960"/>
            <a:ext cx="2203450" cy="445770"/>
          </a:xfrm>
          <a:prstGeom prst="rect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numCol="1" vert="horz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rPr lang="ko-KR" sz="1800">
                <a:latin typeface="맑은 고딕" charset="0"/>
                <a:ea typeface="맑은 고딕" charset="0"/>
              </a:rPr>
              <a:t>Snss님 반갑습니다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6" name="도형 11"/>
          <p:cNvSpPr>
            <a:spLocks/>
          </p:cNvSpPr>
          <p:nvPr/>
        </p:nvSpPr>
        <p:spPr>
          <a:xfrm rot="0">
            <a:off x="9143365" y="1184275"/>
            <a:ext cx="1146810" cy="465455"/>
          </a:xfrm>
          <a:prstGeom prst="rect"/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numCol="1" vert="horz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rPr sz="1800">
                <a:latin typeface="맑은 고딕" charset="0"/>
                <a:ea typeface="맑은 고딕" charset="0"/>
              </a:rPr>
              <a:t>로그</a:t>
            </a:r>
            <a:r>
              <a:rPr sz="1800">
                <a:latin typeface="맑은 고딕" charset="0"/>
                <a:ea typeface="맑은 고딕" charset="0"/>
              </a:rPr>
              <a:t>아웃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7" name="도형 17"/>
          <p:cNvSpPr>
            <a:spLocks/>
          </p:cNvSpPr>
          <p:nvPr/>
        </p:nvSpPr>
        <p:spPr>
          <a:xfrm rot="0">
            <a:off x="1283970" y="1144905"/>
            <a:ext cx="1066800" cy="544195"/>
          </a:xfrm>
          <a:prstGeom prst="rect"/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vert="horz" anchor="ctr">
            <a:noAutofit/>
          </a:bodyPr>
          <a:lstStyle/>
          <a:p>
            <a:pPr marL="0" indent="0" algn="ctr" hangingPunct="1"/>
            <a:r>
              <a:rPr lang="ko-KR" sz="1800">
                <a:latin typeface="맑은 고딕" charset="0"/>
                <a:ea typeface="맑은 고딕" charset="0"/>
              </a:rPr>
              <a:t>H</a:t>
            </a:r>
            <a:r>
              <a:rPr lang="ko-KR" sz="1800">
                <a:latin typeface="맑은 고딕" charset="0"/>
                <a:ea typeface="맑은 고딕" charset="0"/>
              </a:rPr>
              <a:t>ea</a:t>
            </a:r>
            <a:r>
              <a:rPr lang="ko-KR" sz="1800">
                <a:latin typeface="맑은 고딕" charset="0"/>
                <a:ea typeface="맑은 고딕" charset="0"/>
              </a:rPr>
              <a:t>de</a:t>
            </a:r>
            <a:r>
              <a:rPr lang="ko-KR" sz="1800">
                <a:latin typeface="맑은 고딕" charset="0"/>
                <a:ea typeface="맑은 고딕" charset="0"/>
              </a:rPr>
              <a:t>r logo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8" name="텍스트 상자 19"/>
          <p:cNvSpPr txBox="1">
            <a:spLocks/>
          </p:cNvSpPr>
          <p:nvPr/>
        </p:nvSpPr>
        <p:spPr>
          <a:xfrm rot="0">
            <a:off x="2597150" y="1195070"/>
            <a:ext cx="1094105" cy="370205"/>
          </a:xfrm>
          <a:prstGeom prst="rect"/>
          <a:noFill/>
          <a:ln>
            <a:noFill/>
            <a:prstDash/>
          </a:ln>
        </p:spPr>
        <p:txBody>
          <a:bodyPr wrap="none" lIns="89535" tIns="46355" rIns="89535" bIns="46355" vert="horz" anchor="t">
            <a:spAutoFit/>
          </a:bodyPr>
          <a:lstStyle/>
          <a:p>
            <a:pPr marL="0" indent="0" algn="l" hangingPunct="1"/>
            <a:r>
              <a:rPr lang="ko-KR" sz="1800">
                <a:latin typeface="맑은 고딕" charset="0"/>
                <a:ea typeface="맑은 고딕" charset="0"/>
              </a:rPr>
              <a:t>대시보드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9" name="텍스트 상자 20"/>
          <p:cNvSpPr txBox="1">
            <a:spLocks/>
          </p:cNvSpPr>
          <p:nvPr/>
        </p:nvSpPr>
        <p:spPr>
          <a:xfrm rot="0">
            <a:off x="3695700" y="1207135"/>
            <a:ext cx="1403350" cy="370205"/>
          </a:xfrm>
          <a:prstGeom prst="rect"/>
          <a:noFill/>
          <a:ln w="0" cap="flat" cmpd="sng">
            <a:solidFill>
              <a:srgbClr val="FFFFFF">
                <a:alpha val="100000"/>
              </a:srgbClr>
            </a:solidFill>
            <a:prstDash/>
          </a:ln>
        </p:spPr>
        <p:txBody>
          <a:bodyPr wrap="none" lIns="89535" tIns="46355" rIns="89535" bIns="46355" vert="horz" anchor="t">
            <a:spAutoFit/>
          </a:bodyPr>
          <a:lstStyle/>
          <a:p>
            <a:pPr marL="0" indent="0" algn="l" hangingPunct="1"/>
            <a:r>
              <a:rPr lang="ko-KR" sz="1800">
                <a:latin typeface="맑은 고딕" charset="0"/>
                <a:ea typeface="맑은 고딕" charset="0"/>
              </a:rPr>
              <a:t>데이터 분석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10" name="텍스트 상자 21"/>
          <p:cNvSpPr txBox="1">
            <a:spLocks/>
          </p:cNvSpPr>
          <p:nvPr/>
        </p:nvSpPr>
        <p:spPr>
          <a:xfrm rot="0">
            <a:off x="5071110" y="1189990"/>
            <a:ext cx="1174750" cy="370205"/>
          </a:xfrm>
          <a:prstGeom prst="rect"/>
          <a:noFill/>
          <a:ln w="0" cap="flat" cmpd="sng">
            <a:solidFill>
              <a:srgbClr val="FFFFFF">
                <a:alpha val="100000"/>
              </a:srgbClr>
            </a:solidFill>
            <a:prstDash/>
          </a:ln>
        </p:spPr>
        <p:txBody>
          <a:bodyPr wrap="none" lIns="89535" tIns="46355" rIns="89535" bIns="46355" vert="horz" anchor="t">
            <a:spAutoFit/>
          </a:bodyPr>
          <a:lstStyle/>
          <a:p>
            <a:pPr marL="0" indent="0" algn="l" hangingPunct="1"/>
            <a:r>
              <a:rPr sz="1800">
                <a:latin typeface="맑은 고딕" charset="0"/>
                <a:ea typeface="맑은 고딕" charset="0"/>
              </a:rPr>
              <a:t>가격</a:t>
            </a:r>
            <a:r>
              <a:rPr lang="ko-KR" sz="1800">
                <a:latin typeface="맑은 고딕" charset="0"/>
                <a:ea typeface="맑은 고딕" charset="0"/>
              </a:rPr>
              <a:t> </a:t>
            </a:r>
            <a:r>
              <a:rPr lang="ko-KR" sz="1800">
                <a:latin typeface="맑은 고딕" charset="0"/>
                <a:ea typeface="맑은 고딕" charset="0"/>
              </a:rPr>
              <a:t>예측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도형 2"/>
          <p:cNvSpPr>
            <a:spLocks/>
          </p:cNvSpPr>
          <p:nvPr/>
        </p:nvSpPr>
        <p:spPr>
          <a:xfrm rot="0">
            <a:off x="1087755" y="1016635"/>
            <a:ext cx="9412605" cy="4979670"/>
          </a:xfrm>
          <a:prstGeom prst="rect"/>
          <a:solidFill>
            <a:schemeClr val="bg1">
              <a:lumMod val="50000"/>
              <a:lumOff val="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numCol="1" vert="horz" anchor="ctr">
            <a:noAutofit/>
          </a:bodyPr>
          <a:lstStyle/>
          <a:p>
            <a:pPr marL="0" indent="0" algn="ctr" hangingPunct="1">
              <a:buFontTx/>
              <a:buNone/>
            </a:pP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3" name="텍스트 상자 5"/>
          <p:cNvSpPr txBox="1">
            <a:spLocks/>
          </p:cNvSpPr>
          <p:nvPr/>
        </p:nvSpPr>
        <p:spPr>
          <a:xfrm rot="0">
            <a:off x="1838960" y="1875790"/>
            <a:ext cx="2620010" cy="370840"/>
          </a:xfrm>
          <a:prstGeom prst="rect"/>
          <a:noFill/>
          <a:ln w="19050" cap="flat" cmpd="sng">
            <a:solidFill>
              <a:schemeClr val="bg1">
                <a:alpha val="100000"/>
              </a:schemeClr>
            </a:solidFill>
            <a:prstDash val="solid"/>
            <a:round/>
          </a:ln>
        </p:spPr>
        <p:txBody>
          <a:bodyPr wrap="square" lIns="89535" tIns="46355" rIns="89535" bIns="46355" numCol="1" vert="horz" anchor="t">
            <a:spAutoFit/>
          </a:bodyPr>
          <a:lstStyle/>
          <a:p>
            <a:pPr marL="0" indent="0" algn="l" hangingPunct="1">
              <a:buFontTx/>
              <a:buNone/>
            </a:pPr>
            <a:r>
              <a:rPr sz="1800">
                <a:latin typeface="맑은 고딕" charset="0"/>
                <a:ea typeface="맑은 고딕" charset="0"/>
              </a:rPr>
              <a:t>스마트팜 </a:t>
            </a:r>
            <a:r>
              <a:rPr lang="ko-KR" sz="1800">
                <a:latin typeface="맑은 고딕" charset="0"/>
                <a:ea typeface="맑은 고딕" charset="0"/>
              </a:rPr>
              <a:t>AI</a:t>
            </a:r>
            <a:r>
              <a:rPr lang="ko-KR" sz="1800">
                <a:latin typeface="맑은 고딕" charset="0"/>
                <a:ea typeface="맑은 고딕" charset="0"/>
              </a:rPr>
              <a:t> </a:t>
            </a:r>
            <a:r>
              <a:rPr lang="ko-KR" sz="1800">
                <a:latin typeface="맑은 고딕" charset="0"/>
                <a:ea typeface="맑은 고딕" charset="0"/>
              </a:rPr>
              <a:t>환경플랫폼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4" name="텍스트 상자 6"/>
          <p:cNvSpPr txBox="1">
            <a:spLocks/>
          </p:cNvSpPr>
          <p:nvPr/>
        </p:nvSpPr>
        <p:spPr>
          <a:xfrm rot="0">
            <a:off x="2082165" y="2429510"/>
            <a:ext cx="2089150" cy="1477645"/>
          </a:xfrm>
          <a:prstGeom prst="rect"/>
          <a:noFill/>
          <a:ln w="19050" cap="flat" cmpd="sng">
            <a:solidFill>
              <a:schemeClr val="bg1">
                <a:alpha val="100000"/>
              </a:schemeClr>
            </a:solidFill>
            <a:prstDash val="solid"/>
            <a:round/>
          </a:ln>
        </p:spPr>
        <p:txBody>
          <a:bodyPr wrap="none" lIns="89535" tIns="46355" rIns="89535" bIns="46355" numCol="1" vert="horz" anchor="t">
            <a:spAutoFit/>
          </a:bodyPr>
          <a:lstStyle/>
          <a:p>
            <a:pPr marL="0" indent="0" algn="l" hangingPunct="1">
              <a:buFontTx/>
              <a:buNone/>
            </a:pPr>
            <a:r>
              <a:rPr sz="1800">
                <a:solidFill>
                  <a:schemeClr val="bg1"/>
                </a:solidFill>
                <a:latin typeface="맑은 고딕" charset="0"/>
                <a:ea typeface="맑은 고딕" charset="0"/>
              </a:rPr>
              <a:t>스마</a:t>
            </a:r>
            <a:r>
              <a:rPr lang="ko-KR" sz="1800">
                <a:solidFill>
                  <a:schemeClr val="bg1"/>
                </a:solidFill>
                <a:latin typeface="맑은 고딕" charset="0"/>
                <a:ea typeface="맑은 고딕" charset="0"/>
              </a:rPr>
              <a:t>트팜</a:t>
            </a:r>
            <a:r>
              <a:rPr lang="ko-KR" sz="1800">
                <a:solidFill>
                  <a:schemeClr val="bg1"/>
                </a:solidFill>
                <a:latin typeface="맑은 고딕" charset="0"/>
                <a:ea typeface="맑은 고딕" charset="0"/>
              </a:rPr>
              <a:t> </a:t>
            </a:r>
            <a:r>
              <a:rPr lang="ko-KR" sz="1800">
                <a:solidFill>
                  <a:schemeClr val="bg1"/>
                </a:solidFill>
                <a:latin typeface="맑은 고딕" charset="0"/>
                <a:ea typeface="맑은 고딕" charset="0"/>
              </a:rPr>
              <a:t>대시보드</a:t>
            </a:r>
            <a:endParaRPr lang="ko-KR" altLang="en-US" sz="1800">
              <a:solidFill>
                <a:schemeClr val="bg1"/>
              </a:solidFill>
              <a:latin typeface="맑은 고딕" charset="0"/>
              <a:ea typeface="맑은 고딕" charset="0"/>
            </a:endParaRPr>
          </a:p>
          <a:p>
            <a:pPr marL="0" indent="0" algn="l" hangingPunct="1">
              <a:buFontTx/>
              <a:buNone/>
            </a:pPr>
            <a:endParaRPr lang="ko-KR" altLang="en-US" sz="1800">
              <a:solidFill>
                <a:schemeClr val="bg1"/>
              </a:solidFill>
              <a:latin typeface="맑은 고딕" charset="0"/>
              <a:ea typeface="맑은 고딕" charset="0"/>
            </a:endParaRPr>
          </a:p>
          <a:p>
            <a:pPr marL="0" indent="0" algn="l" hangingPunct="1">
              <a:buFontTx/>
              <a:buNone/>
            </a:pPr>
            <a:r>
              <a:rPr lang="ko-KR" sz="1800">
                <a:solidFill>
                  <a:schemeClr val="bg1"/>
                </a:solidFill>
                <a:latin typeface="맑은 고딕" charset="0"/>
                <a:ea typeface="맑은 고딕" charset="0"/>
              </a:rPr>
              <a:t>데이터 분석</a:t>
            </a:r>
            <a:endParaRPr lang="ko-KR" altLang="en-US" sz="1800">
              <a:solidFill>
                <a:schemeClr val="bg1"/>
              </a:solidFill>
              <a:latin typeface="맑은 고딕" charset="0"/>
              <a:ea typeface="맑은 고딕" charset="0"/>
            </a:endParaRPr>
          </a:p>
          <a:p>
            <a:pPr marL="0" indent="0" algn="l" hangingPunct="1">
              <a:buFontTx/>
              <a:buNone/>
            </a:pPr>
            <a:endParaRPr lang="ko-KR" altLang="en-US" sz="1800">
              <a:solidFill>
                <a:schemeClr val="bg1"/>
              </a:solidFill>
              <a:latin typeface="맑은 고딕" charset="0"/>
              <a:ea typeface="맑은 고딕" charset="0"/>
            </a:endParaRPr>
          </a:p>
          <a:p>
            <a:pPr marL="0" indent="0" algn="l" hangingPunct="1">
              <a:buFontTx/>
              <a:buNone/>
            </a:pPr>
            <a:r>
              <a:rPr lang="ko-KR" sz="1800">
                <a:solidFill>
                  <a:schemeClr val="bg1"/>
                </a:solidFill>
                <a:latin typeface="맑은 고딕" charset="0"/>
                <a:ea typeface="맑은 고딕" charset="0"/>
              </a:rPr>
              <a:t>가격 예측</a:t>
            </a:r>
            <a:endParaRPr lang="ko-KR" altLang="en-US" sz="1800">
              <a:solidFill>
                <a:schemeClr val="bg1"/>
              </a:solidFill>
              <a:latin typeface="맑은 고딕" charset="0"/>
              <a:ea typeface="맑은 고딕" charset="0"/>
            </a:endParaRPr>
          </a:p>
        </p:txBody>
      </p:sp>
      <p:sp>
        <p:nvSpPr>
          <p:cNvPr id="7" name="텍스트 상자 7"/>
          <p:cNvSpPr txBox="1">
            <a:spLocks/>
          </p:cNvSpPr>
          <p:nvPr/>
        </p:nvSpPr>
        <p:spPr>
          <a:xfrm rot="0">
            <a:off x="1974850" y="4311650"/>
            <a:ext cx="2089150" cy="647065"/>
          </a:xfrm>
          <a:prstGeom prst="rect"/>
          <a:noFill/>
          <a:ln w="19050" cap="flat" cmpd="sng">
            <a:solidFill>
              <a:schemeClr val="bg1">
                <a:alpha val="100000"/>
              </a:schemeClr>
            </a:solidFill>
            <a:prstDash val="solid"/>
            <a:round/>
          </a:ln>
        </p:spPr>
        <p:txBody>
          <a:bodyPr wrap="none" lIns="89535" tIns="46355" rIns="89535" bIns="46355" numCol="1" vert="horz" anchor="t">
            <a:spAutoFit/>
          </a:bodyPr>
          <a:lstStyle/>
          <a:p>
            <a:pPr marL="0" indent="0" algn="l" hangingPunct="1">
              <a:buFontTx/>
              <a:buNone/>
            </a:pPr>
            <a:r>
              <a:rPr lang="ko-KR" sz="1800">
                <a:solidFill>
                  <a:schemeClr val="bg1"/>
                </a:solidFill>
                <a:latin typeface="맑은 고딕" charset="0"/>
                <a:ea typeface="맑은 고딕" charset="0"/>
              </a:rPr>
              <a:t>왼쪽 </a:t>
            </a:r>
            <a:r>
              <a:rPr lang="ko-KR" sz="1800">
                <a:solidFill>
                  <a:schemeClr val="bg1"/>
                </a:solidFill>
                <a:latin typeface="맑은 고딕" charset="0"/>
                <a:ea typeface="맑은 고딕" charset="0"/>
              </a:rPr>
              <a:t>카테고리나 </a:t>
            </a:r>
            <a:endParaRPr lang="ko-KR" altLang="en-US" sz="1800">
              <a:solidFill>
                <a:schemeClr val="bg1"/>
              </a:solidFill>
              <a:latin typeface="맑은 고딕" charset="0"/>
              <a:ea typeface="맑은 고딕" charset="0"/>
            </a:endParaRPr>
          </a:p>
          <a:p>
            <a:pPr marL="0" indent="0" algn="l" hangingPunct="1">
              <a:buFontTx/>
              <a:buNone/>
            </a:pPr>
            <a:r>
              <a:rPr lang="ko-KR" sz="1800">
                <a:solidFill>
                  <a:schemeClr val="bg1"/>
                </a:solidFill>
                <a:latin typeface="맑은 고딕" charset="0"/>
                <a:ea typeface="맑은 고딕" charset="0"/>
              </a:rPr>
              <a:t>슬라이드</a:t>
            </a:r>
            <a:r>
              <a:rPr lang="ko-KR" sz="1800">
                <a:solidFill>
                  <a:schemeClr val="bg1"/>
                </a:solidFill>
                <a:latin typeface="맑은 고딕" charset="0"/>
                <a:ea typeface="맑은 고딕" charset="0"/>
              </a:rPr>
              <a:t>메뉴 분류</a:t>
            </a:r>
            <a:endParaRPr lang="ko-KR" altLang="en-US" sz="1800">
              <a:solidFill>
                <a:schemeClr val="bg1"/>
              </a:solidFill>
              <a:latin typeface="맑은 고딕" charset="0"/>
              <a:ea typeface="맑은 고딕" charset="0"/>
            </a:endParaRPr>
          </a:p>
        </p:txBody>
      </p:sp>
      <p:cxnSp>
        <p:nvCxnSpPr>
          <p:cNvPr id="8" name="도형 8"/>
          <p:cNvCxnSpPr/>
          <p:nvPr/>
        </p:nvCxnSpPr>
        <p:spPr>
          <a:xfrm rot="0">
            <a:off x="3153410" y="3950970"/>
            <a:ext cx="7620" cy="345440"/>
          </a:xfrm>
          <a:prstGeom prst="straightConnector1"/>
          <a:ln w="6350" cap="flat" cmpd="sng">
            <a:prstDash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텍스트 상자 10"/>
          <p:cNvSpPr txBox="1">
            <a:spLocks/>
          </p:cNvSpPr>
          <p:nvPr/>
        </p:nvSpPr>
        <p:spPr>
          <a:xfrm rot="0">
            <a:off x="5243195" y="1797050"/>
            <a:ext cx="1094740" cy="370840"/>
          </a:xfrm>
          <a:prstGeom prst="rect"/>
          <a:noFill/>
          <a:ln w="19050" cap="flat" cmpd="sng">
            <a:solidFill>
              <a:schemeClr val="bg1">
                <a:alpha val="100000"/>
              </a:schemeClr>
            </a:solidFill>
            <a:prstDash val="solid"/>
            <a:round/>
          </a:ln>
        </p:spPr>
        <p:txBody>
          <a:bodyPr wrap="none" lIns="89535" tIns="46355" rIns="89535" bIns="46355" numCol="1" vert="horz" anchor="t">
            <a:spAutoFit/>
          </a:bodyPr>
          <a:lstStyle/>
          <a:p>
            <a:pPr marL="0" indent="0" algn="l" hangingPunct="1">
              <a:buFontTx/>
              <a:buNone/>
            </a:pPr>
            <a:r>
              <a:rPr lang="ko-KR" sz="1800">
                <a:latin typeface="맑은 고딕" charset="0"/>
                <a:ea typeface="맑은 고딕" charset="0"/>
              </a:rPr>
              <a:t>대시보드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10" name="텍스트 상자 12"/>
          <p:cNvSpPr txBox="1">
            <a:spLocks/>
          </p:cNvSpPr>
          <p:nvPr/>
        </p:nvSpPr>
        <p:spPr>
          <a:xfrm rot="0">
            <a:off x="5026660" y="2300605"/>
            <a:ext cx="3002915" cy="370840"/>
          </a:xfrm>
          <a:prstGeom prst="rect"/>
          <a:noFill/>
          <a:ln w="19050" cap="flat" cmpd="sng">
            <a:solidFill>
              <a:schemeClr val="bg1">
                <a:alpha val="100000"/>
              </a:schemeClr>
            </a:solidFill>
            <a:prstDash val="solid"/>
            <a:round/>
          </a:ln>
        </p:spPr>
        <p:txBody>
          <a:bodyPr wrap="none" lIns="89535" tIns="46355" rIns="89535" bIns="46355" numCol="1" vert="horz" anchor="t">
            <a:spAutoFit/>
          </a:bodyPr>
          <a:lstStyle/>
          <a:p>
            <a:pPr marL="0" indent="0" algn="l" hangingPunct="1">
              <a:buFontTx/>
              <a:buNone/>
            </a:pPr>
            <a:r>
              <a:rPr lang="ko-KR" sz="1800">
                <a:solidFill>
                  <a:schemeClr val="bg1"/>
                </a:solidFill>
                <a:latin typeface="맑은 고딕" charset="0"/>
                <a:ea typeface="맑은 고딕" charset="0"/>
              </a:rPr>
              <a:t>스마트팜 현황 한눈에 보기!</a:t>
            </a:r>
            <a:endParaRPr lang="ko-KR" altLang="en-US" sz="1800">
              <a:solidFill>
                <a:schemeClr val="bg1"/>
              </a:solidFill>
              <a:latin typeface="맑은 고딕" charset="0"/>
              <a:ea typeface="맑은 고딕" charset="0"/>
            </a:endParaRPr>
          </a:p>
        </p:txBody>
      </p:sp>
      <p:sp>
        <p:nvSpPr>
          <p:cNvPr id="11" name="도형 13"/>
          <p:cNvSpPr>
            <a:spLocks/>
          </p:cNvSpPr>
          <p:nvPr/>
        </p:nvSpPr>
        <p:spPr>
          <a:xfrm rot="0">
            <a:off x="5184140" y="2853690"/>
            <a:ext cx="879475" cy="652145"/>
          </a:xfrm>
          <a:prstGeom prst="rect"/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vert="horz" anchor="ctr">
            <a:noAutofit/>
          </a:bodyPr>
          <a:lstStyle/>
          <a:p>
            <a:pPr marL="0" indent="0" algn="ctr" hangingPunct="1"/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12" name="도형 15"/>
          <p:cNvSpPr>
            <a:spLocks/>
          </p:cNvSpPr>
          <p:nvPr/>
        </p:nvSpPr>
        <p:spPr>
          <a:xfrm rot="0">
            <a:off x="6381750" y="2856230"/>
            <a:ext cx="879475" cy="652145"/>
          </a:xfrm>
          <a:prstGeom prst="rect"/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vert="horz" anchor="ctr">
            <a:noAutofit/>
          </a:bodyPr>
          <a:lstStyle/>
          <a:p>
            <a:pPr marL="0" indent="0" algn="ctr" hangingPunct="1"/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13" name="도형 16"/>
          <p:cNvSpPr>
            <a:spLocks/>
          </p:cNvSpPr>
          <p:nvPr/>
        </p:nvSpPr>
        <p:spPr>
          <a:xfrm rot="0">
            <a:off x="7588885" y="2849245"/>
            <a:ext cx="879475" cy="652145"/>
          </a:xfrm>
          <a:prstGeom prst="rect"/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vert="horz" anchor="ctr">
            <a:noAutofit/>
          </a:bodyPr>
          <a:lstStyle/>
          <a:p>
            <a:pPr marL="0" indent="0" algn="ctr" hangingPunct="1"/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14" name="도형 17"/>
          <p:cNvSpPr>
            <a:spLocks/>
          </p:cNvSpPr>
          <p:nvPr/>
        </p:nvSpPr>
        <p:spPr>
          <a:xfrm rot="0">
            <a:off x="8786495" y="2851785"/>
            <a:ext cx="879475" cy="652145"/>
          </a:xfrm>
          <a:prstGeom prst="rect"/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vert="horz" anchor="ctr">
            <a:noAutofit/>
          </a:bodyPr>
          <a:lstStyle/>
          <a:p>
            <a:pPr marL="0" indent="0" algn="ctr" hangingPunct="1"/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15" name="텍스트 상자 18"/>
          <p:cNvSpPr txBox="1">
            <a:spLocks/>
          </p:cNvSpPr>
          <p:nvPr/>
        </p:nvSpPr>
        <p:spPr>
          <a:xfrm rot="0">
            <a:off x="5193665" y="2941955"/>
            <a:ext cx="306705" cy="254635"/>
          </a:xfrm>
          <a:prstGeom prst="rect"/>
          <a:noFill/>
          <a:ln>
            <a:noFill/>
            <a:prstDash/>
          </a:ln>
        </p:spPr>
        <p:txBody>
          <a:bodyPr wrap="none" lIns="89535" tIns="46355" rIns="89535" bIns="46355" vert="horz" anchor="t">
            <a:spAutoFit/>
          </a:bodyPr>
          <a:lstStyle/>
          <a:p>
            <a:pPr marL="0" indent="0" algn="l" hangingPunct="1"/>
            <a:r>
              <a:rPr sz="1050" i="0" b="0">
                <a:latin typeface="Segoe UI Emoji" charset="0"/>
                <a:ea typeface="ui-sans-serif" charset="0"/>
              </a:rPr>
              <a:t>이번 달 예상 수확량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16" name="텍스트 상자 19"/>
          <p:cNvSpPr txBox="1">
            <a:spLocks/>
          </p:cNvSpPr>
          <p:nvPr/>
        </p:nvSpPr>
        <p:spPr>
          <a:xfrm rot="0">
            <a:off x="6391275" y="2983865"/>
            <a:ext cx="306705" cy="254635"/>
          </a:xfrm>
          <a:prstGeom prst="rect"/>
          <a:noFill/>
          <a:ln w="0" cap="flat" cmpd="sng">
            <a:solidFill>
              <a:srgbClr val="FFFFFF">
                <a:alpha val="100000"/>
              </a:srgbClr>
            </a:solidFill>
            <a:prstDash/>
          </a:ln>
        </p:spPr>
        <p:txBody>
          <a:bodyPr wrap="none" lIns="89535" tIns="46355" rIns="89535" bIns="46355" vert="horz" anchor="t">
            <a:spAutoFit/>
          </a:bodyPr>
          <a:lstStyle/>
          <a:p>
            <a:pPr marL="0" indent="0" algn="l" hangingPunct="1"/>
            <a:r>
              <a:rPr sz="1050" i="0" b="0">
                <a:latin typeface="Segoe UI Emoji" charset="0"/>
                <a:ea typeface="ui-sans-serif" charset="0"/>
              </a:rPr>
              <a:t>평균 품질 점수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17" name="텍스트 상자 20"/>
          <p:cNvSpPr txBox="1">
            <a:spLocks/>
          </p:cNvSpPr>
          <p:nvPr/>
        </p:nvSpPr>
        <p:spPr>
          <a:xfrm rot="0">
            <a:off x="7578725" y="2907665"/>
            <a:ext cx="953770" cy="415925"/>
          </a:xfrm>
          <a:prstGeom prst="rect"/>
          <a:noFill/>
          <a:ln w="0" cap="flat" cmpd="sng">
            <a:solidFill>
              <a:srgbClr val="FFFFFF">
                <a:alpha val="100000"/>
              </a:srgbClr>
            </a:solidFill>
            <a:prstDash/>
          </a:ln>
        </p:spPr>
        <p:txBody>
          <a:bodyPr wrap="square" lIns="89535" tIns="46355" rIns="89535" bIns="46355" vert="horz" anchor="t">
            <a:spAutoFit/>
          </a:bodyPr>
          <a:lstStyle/>
          <a:p>
            <a:pPr marL="0" indent="0" algn="l" hangingPunct="1"/>
            <a:r>
              <a:rPr sz="1050" i="0" b="0">
                <a:latin typeface="Segoe UI Emoji" charset="0"/>
                <a:ea typeface="ui-sans-serif" charset="0"/>
              </a:rPr>
              <a:t>재배식물</a:t>
            </a:r>
            <a:r>
              <a:rPr sz="1050" i="0" b="0">
                <a:latin typeface="Segoe UI Emoji" charset="0"/>
                <a:ea typeface="ui-sans-serif" charset="0"/>
              </a:rPr>
              <a:t> 현재가 (소매)</a:t>
            </a:r>
            <a:endParaRPr lang="ko-KR" altLang="en-US" sz="1100">
              <a:latin typeface="맑은 고딕" charset="0"/>
              <a:ea typeface="맑은 고딕" charset="0"/>
            </a:endParaRPr>
          </a:p>
        </p:txBody>
      </p:sp>
      <p:sp>
        <p:nvSpPr>
          <p:cNvPr id="18" name="텍스트 상자 21"/>
          <p:cNvSpPr txBox="1">
            <a:spLocks/>
          </p:cNvSpPr>
          <p:nvPr/>
        </p:nvSpPr>
        <p:spPr>
          <a:xfrm rot="0">
            <a:off x="8813165" y="2986405"/>
            <a:ext cx="245745" cy="370205"/>
          </a:xfrm>
          <a:prstGeom prst="rect"/>
          <a:noFill/>
          <a:ln w="0" cap="flat" cmpd="sng">
            <a:solidFill>
              <a:srgbClr val="FFFFFF">
                <a:alpha val="100000"/>
              </a:srgbClr>
            </a:solidFill>
            <a:prstDash/>
          </a:ln>
        </p:spPr>
        <p:txBody>
          <a:bodyPr wrap="none" lIns="89535" tIns="46355" rIns="89535" bIns="46355" vert="horz" anchor="t">
            <a:spAutoFit/>
          </a:bodyPr>
          <a:lstStyle/>
          <a:p>
            <a:pPr marL="0" indent="0" algn="l" hangingPunct="1"/>
            <a:r>
              <a:rPr sz="1050" i="0" b="0">
                <a:latin typeface="Segoe UI Emoji" charset="0"/>
                <a:ea typeface="ui-sans-serif" charset="0"/>
              </a:rPr>
              <a:t>예측 수익률</a:t>
            </a:r>
            <a:r>
              <a:rPr lang="ko-KR" sz="1800">
                <a:latin typeface="맑은 고딕" charset="0"/>
                <a:ea typeface="맑은 고딕" charset="0"/>
              </a:rPr>
              <a:t>!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19" name="도형 22"/>
          <p:cNvSpPr>
            <a:spLocks/>
          </p:cNvSpPr>
          <p:nvPr/>
        </p:nvSpPr>
        <p:spPr>
          <a:xfrm rot="0">
            <a:off x="5105400" y="3761740"/>
            <a:ext cx="2469515" cy="1116330"/>
          </a:xfrm>
          <a:prstGeom prst="rect"/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vert="horz" anchor="ctr">
            <a:noAutofit/>
          </a:bodyPr>
          <a:lstStyle/>
          <a:p>
            <a:pPr marL="0" indent="0" algn="ctr" hangingPunct="1"/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20" name="도형 24"/>
          <p:cNvSpPr>
            <a:spLocks/>
          </p:cNvSpPr>
          <p:nvPr/>
        </p:nvSpPr>
        <p:spPr>
          <a:xfrm rot="0">
            <a:off x="7853045" y="3764280"/>
            <a:ext cx="2469515" cy="1116330"/>
          </a:xfrm>
          <a:prstGeom prst="rect"/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vert="horz" anchor="ctr">
            <a:noAutofit/>
          </a:bodyPr>
          <a:lstStyle/>
          <a:p>
            <a:pPr marL="0" indent="0" algn="ctr" hangingPunct="1"/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21" name="텍스트 상자 25"/>
          <p:cNvSpPr txBox="1">
            <a:spLocks/>
          </p:cNvSpPr>
          <p:nvPr/>
        </p:nvSpPr>
        <p:spPr>
          <a:xfrm rot="0">
            <a:off x="5441315" y="3909695"/>
            <a:ext cx="1403350" cy="370205"/>
          </a:xfrm>
          <a:prstGeom prst="rect"/>
          <a:noFill/>
          <a:ln>
            <a:noFill/>
            <a:prstDash/>
          </a:ln>
        </p:spPr>
        <p:txBody>
          <a:bodyPr wrap="square" lIns="89535" tIns="46355" rIns="89535" bIns="46355" vert="horz" anchor="t">
            <a:spAutoFit/>
          </a:bodyPr>
          <a:lstStyle/>
          <a:p>
            <a:pPr marL="0" indent="0" algn="l" hangingPunct="1"/>
            <a:r>
              <a:rPr lang="ko-KR" sz="1800">
                <a:latin typeface="맑은 고딕" charset="0"/>
                <a:ea typeface="맑은 고딕" charset="0"/>
              </a:rPr>
              <a:t>생산량 </a:t>
            </a:r>
            <a:r>
              <a:rPr lang="ko-KR" sz="1800">
                <a:latin typeface="맑은 고딕" charset="0"/>
                <a:ea typeface="맑은 고딕" charset="0"/>
              </a:rPr>
              <a:t>추이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22" name="텍스트 상자 26"/>
          <p:cNvSpPr txBox="1">
            <a:spLocks/>
          </p:cNvSpPr>
          <p:nvPr/>
        </p:nvSpPr>
        <p:spPr>
          <a:xfrm rot="0">
            <a:off x="5243830" y="4284980"/>
            <a:ext cx="1930400" cy="647065"/>
          </a:xfrm>
          <a:prstGeom prst="rect"/>
          <a:noFill/>
          <a:ln>
            <a:noFill/>
            <a:prstDash/>
          </a:ln>
        </p:spPr>
        <p:txBody>
          <a:bodyPr wrap="none" lIns="89535" tIns="46355" rIns="89535" bIns="46355" vert="horz" anchor="t">
            <a:spAutoFit/>
          </a:bodyPr>
          <a:lstStyle/>
          <a:p>
            <a:pPr marL="0" indent="0">
              <a:buFontTx/>
              <a:buNone/>
            </a:pPr>
            <a:r>
              <a:rPr lang="ko-KR" sz="1800">
                <a:latin typeface="맑은 고딕" charset="0"/>
                <a:ea typeface="맑은 고딕" charset="0"/>
              </a:rPr>
              <a:t>막대그래프 </a:t>
            </a:r>
            <a:r>
              <a:rPr lang="ko-KR" sz="1800">
                <a:latin typeface="맑은 고딕" charset="0"/>
                <a:ea typeface="맑은 고딕" charset="0"/>
              </a:rPr>
              <a:t>그림</a:t>
            </a:r>
            <a:r>
              <a:rPr lang="ko-KR" sz="1800">
                <a:latin typeface="맑은 고딕" charset="0"/>
                <a:ea typeface="맑은 고딕" charset="0"/>
              </a:rPr>
              <a:t>(</a:t>
            </a:r>
            <a:endParaRPr lang="ko-KR" altLang="en-US" sz="1800">
              <a:latin typeface="맑은 고딕" charset="0"/>
              <a:ea typeface="맑은 고딕" charset="0"/>
            </a:endParaRPr>
          </a:p>
          <a:p>
            <a:pPr marL="0" indent="0">
              <a:buFontTx/>
              <a:buNone/>
            </a:pPr>
            <a:r>
              <a:rPr sz="1200" i="0" b="0">
                <a:solidFill>
                  <a:schemeClr val="tx1"/>
                </a:solidFill>
                <a:latin typeface="Segoe UI Emoji" charset="0"/>
                <a:ea typeface="ui-sans-serif" charset="0"/>
              </a:rPr>
              <a:t>생산량 (kg)</a:t>
            </a:r>
            <a:r>
              <a:rPr sz="1200" i="0" b="0">
                <a:solidFill>
                  <a:schemeClr val="tx1"/>
                </a:solidFill>
                <a:latin typeface="Segoe UI Emoji" charset="0"/>
                <a:ea typeface="ui-sans-serif" charset="0"/>
              </a:rPr>
              <a:t>,</a:t>
            </a:r>
            <a:r>
              <a:rPr lang="ko-KR" sz="1200" i="0" b="0">
                <a:solidFill>
                  <a:schemeClr val="tx1"/>
                </a:solidFill>
                <a:latin typeface="Segoe UI Emoji" charset="0"/>
                <a:ea typeface="ui-sans-serif" charset="0"/>
              </a:rPr>
              <a:t> </a:t>
            </a:r>
            <a:r>
              <a:rPr sz="1200" i="0" b="0">
                <a:solidFill>
                  <a:schemeClr val="tx1"/>
                </a:solidFill>
                <a:latin typeface="Segoe UI Emoji" charset="0"/>
                <a:ea typeface="ui-sans-serif" charset="0"/>
              </a:rPr>
              <a:t>품질 점수</a:t>
            </a:r>
            <a:r>
              <a:rPr lang="ko-KR" sz="1800">
                <a:latin typeface="맑은 고딕" charset="0"/>
                <a:ea typeface="맑은 고딕" charset="0"/>
              </a:rPr>
              <a:t>)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23" name="텍스트 상자 29"/>
          <p:cNvSpPr txBox="1">
            <a:spLocks/>
          </p:cNvSpPr>
          <p:nvPr/>
        </p:nvSpPr>
        <p:spPr>
          <a:xfrm rot="0">
            <a:off x="8050530" y="3912235"/>
            <a:ext cx="2042160" cy="370205"/>
          </a:xfrm>
          <a:prstGeom prst="rect"/>
          <a:noFill/>
          <a:ln w="0" cap="flat" cmpd="sng">
            <a:solidFill>
              <a:srgbClr val="FFFFFF">
                <a:alpha val="100000"/>
              </a:srgbClr>
            </a:solidFill>
            <a:prstDash/>
          </a:ln>
        </p:spPr>
        <p:txBody>
          <a:bodyPr wrap="square" lIns="89535" tIns="46355" rIns="89535" bIns="46355" vert="horz" anchor="t">
            <a:spAutoFit/>
          </a:bodyPr>
          <a:lstStyle/>
          <a:p>
            <a:pPr marL="0" indent="0" algn="l" hangingPunct="1"/>
            <a:r>
              <a:rPr lang="ko-KR" sz="1800">
                <a:latin typeface="맑은 고딕" charset="0"/>
                <a:ea typeface="맑은 고딕" charset="0"/>
              </a:rPr>
              <a:t>토마토 </a:t>
            </a:r>
            <a:r>
              <a:rPr lang="ko-KR" sz="1800">
                <a:latin typeface="맑은 고딕" charset="0"/>
                <a:ea typeface="맑은 고딕" charset="0"/>
              </a:rPr>
              <a:t>가격</a:t>
            </a:r>
            <a:r>
              <a:rPr lang="ko-KR" sz="1800">
                <a:latin typeface="맑은 고딕" charset="0"/>
                <a:ea typeface="맑은 고딕" charset="0"/>
              </a:rPr>
              <a:t> </a:t>
            </a:r>
            <a:r>
              <a:rPr lang="ko-KR" sz="1800">
                <a:latin typeface="맑은 고딕" charset="0"/>
                <a:ea typeface="맑은 고딕" charset="0"/>
              </a:rPr>
              <a:t>추이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24" name="텍스트 상자 30"/>
          <p:cNvSpPr txBox="1">
            <a:spLocks/>
          </p:cNvSpPr>
          <p:nvPr/>
        </p:nvSpPr>
        <p:spPr>
          <a:xfrm rot="0">
            <a:off x="7961630" y="4228465"/>
            <a:ext cx="2239645" cy="647065"/>
          </a:xfrm>
          <a:prstGeom prst="rect"/>
          <a:noFill/>
          <a:ln w="0" cap="flat" cmpd="sng">
            <a:solidFill>
              <a:srgbClr val="FFFFFF">
                <a:alpha val="100000"/>
              </a:srgbClr>
            </a:solidFill>
            <a:prstDash/>
          </a:ln>
        </p:spPr>
        <p:txBody>
          <a:bodyPr wrap="none" lIns="89535" tIns="46355" rIns="89535" bIns="46355" vert="horz" anchor="t">
            <a:spAutoFit/>
          </a:bodyPr>
          <a:lstStyle/>
          <a:p>
            <a:pPr marL="0" indent="0">
              <a:buFontTx/>
              <a:buNone/>
            </a:pPr>
            <a:r>
              <a:rPr lang="ko-KR" sz="1800">
                <a:latin typeface="맑은 고딕" charset="0"/>
                <a:ea typeface="맑은 고딕" charset="0"/>
              </a:rPr>
              <a:t>꺽은선 그래프 </a:t>
            </a:r>
            <a:r>
              <a:rPr lang="ko-KR" sz="1800">
                <a:latin typeface="맑은 고딕" charset="0"/>
                <a:ea typeface="맑은 고딕" charset="0"/>
              </a:rPr>
              <a:t>그림</a:t>
            </a:r>
            <a:r>
              <a:rPr lang="ko-KR" sz="1800">
                <a:latin typeface="맑은 고딕" charset="0"/>
                <a:ea typeface="맑은 고딕" charset="0"/>
              </a:rPr>
              <a:t>(</a:t>
            </a:r>
            <a:endParaRPr lang="ko-KR" altLang="en-US" sz="1800">
              <a:latin typeface="맑은 고딕" charset="0"/>
              <a:ea typeface="맑은 고딕" charset="0"/>
            </a:endParaRPr>
          </a:p>
          <a:p>
            <a:pPr marL="0" indent="0">
              <a:buFontTx/>
              <a:buNone/>
            </a:pPr>
            <a:r>
              <a:rPr sz="1200" i="0" b="0">
                <a:solidFill>
                  <a:schemeClr val="tx1"/>
                </a:solidFill>
                <a:latin typeface="Segoe UI Emoji" charset="0"/>
                <a:ea typeface="ui-sans-serif" charset="0"/>
              </a:rPr>
              <a:t>도매가 (원/kg)</a:t>
            </a:r>
            <a:r>
              <a:rPr sz="1200" i="0" b="0">
                <a:solidFill>
                  <a:schemeClr val="tx1"/>
                </a:solidFill>
                <a:latin typeface="Segoe UI Emoji" charset="0"/>
                <a:ea typeface="ui-sans-serif" charset="0"/>
              </a:rPr>
              <a:t>,</a:t>
            </a:r>
            <a:r>
              <a:rPr lang="ko-KR" sz="1200" i="0" b="0">
                <a:solidFill>
                  <a:schemeClr val="tx1"/>
                </a:solidFill>
                <a:latin typeface="Segoe UI Emoji" charset="0"/>
                <a:ea typeface="ui-sans-serif" charset="0"/>
              </a:rPr>
              <a:t> </a:t>
            </a:r>
            <a:r>
              <a:rPr sz="1200" i="0" b="0">
                <a:solidFill>
                  <a:schemeClr val="tx1"/>
                </a:solidFill>
                <a:latin typeface="Segoe UI Emoji" charset="0"/>
                <a:ea typeface="ui-sans-serif" charset="0"/>
              </a:rPr>
              <a:t>소매가 (원/kg</a:t>
            </a:r>
            <a:r>
              <a:rPr lang="ko-KR" sz="1800">
                <a:latin typeface="맑은 고딕" charset="0"/>
                <a:ea typeface="맑은 고딕" charset="0"/>
              </a:rPr>
              <a:t>)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25" name="도형 31"/>
          <p:cNvSpPr>
            <a:spLocks/>
          </p:cNvSpPr>
          <p:nvPr/>
        </p:nvSpPr>
        <p:spPr>
          <a:xfrm>
            <a:off x="5668010" y="4975860"/>
            <a:ext cx="3279775" cy="850900"/>
          </a:xfrm>
          <a:prstGeom prst="rect"/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numCol="1" vert="horz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rPr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재배</a:t>
            </a:r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현황</a:t>
            </a:r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 </a:t>
            </a:r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수확까지 일/날짜로 표시하기(</a:t>
            </a:r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파프리카 </a:t>
            </a:r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위주로</a:t>
            </a:r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)</a:t>
            </a:r>
            <a:endParaRPr lang="ko-KR" altLang="en-US" sz="1800">
              <a:solidFill>
                <a:schemeClr val="tx1"/>
              </a:solidFill>
              <a:latin typeface="맑은 고딕" charset="0"/>
              <a:ea typeface="맑은 고딕" charset="0"/>
            </a:endParaRPr>
          </a:p>
        </p:txBody>
      </p:sp>
      <p:sp>
        <p:nvSpPr>
          <p:cNvPr id="26" name="도형 22"/>
          <p:cNvSpPr>
            <a:spLocks/>
          </p:cNvSpPr>
          <p:nvPr/>
        </p:nvSpPr>
        <p:spPr>
          <a:xfrm rot="0">
            <a:off x="1086485" y="1016635"/>
            <a:ext cx="9401810" cy="800735"/>
          </a:xfrm>
          <a:prstGeom prst="rect"/>
          <a:solidFill>
            <a:schemeClr val="bg1"/>
          </a:solidFill>
          <a:ln w="12700" cap="flat" cmpd="sng">
            <a:solidFill>
              <a:schemeClr val="tx1">
                <a:alpha val="10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numCol="1" vert="horz" anchor="ctr">
            <a:noAutofit/>
          </a:bodyPr>
          <a:lstStyle/>
          <a:p>
            <a:pPr marL="0" indent="0" algn="ctr" hangingPunct="1">
              <a:buFontTx/>
              <a:buNone/>
            </a:pP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27" name="도형 23"/>
          <p:cNvSpPr>
            <a:spLocks/>
          </p:cNvSpPr>
          <p:nvPr/>
        </p:nvSpPr>
        <p:spPr>
          <a:xfrm rot="0">
            <a:off x="6773545" y="1243330"/>
            <a:ext cx="2204085" cy="446405"/>
          </a:xfrm>
          <a:prstGeom prst="rect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numCol="1" vert="horz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rPr lang="ko-KR" sz="1800">
                <a:latin typeface="맑은 고딕" charset="0"/>
                <a:ea typeface="맑은 고딕" charset="0"/>
              </a:rPr>
              <a:t>Snss님 반갑습니다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28" name="도형 24"/>
          <p:cNvSpPr>
            <a:spLocks/>
          </p:cNvSpPr>
          <p:nvPr/>
        </p:nvSpPr>
        <p:spPr>
          <a:xfrm rot="0">
            <a:off x="9103995" y="1223645"/>
            <a:ext cx="1147445" cy="466090"/>
          </a:xfrm>
          <a:prstGeom prst="rect"/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numCol="1" vert="horz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rPr sz="1800">
                <a:latin typeface="맑은 고딕" charset="0"/>
                <a:ea typeface="맑은 고딕" charset="0"/>
              </a:rPr>
              <a:t>로그아웃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29" name="도형 25"/>
          <p:cNvSpPr>
            <a:spLocks/>
          </p:cNvSpPr>
          <p:nvPr/>
        </p:nvSpPr>
        <p:spPr>
          <a:xfrm rot="0">
            <a:off x="1244600" y="1184275"/>
            <a:ext cx="1067435" cy="544830"/>
          </a:xfrm>
          <a:prstGeom prst="rect"/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numCol="1" vert="horz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rPr lang="ko-KR" sz="1800">
                <a:latin typeface="맑은 고딕" charset="0"/>
                <a:ea typeface="맑은 고딕" charset="0"/>
              </a:rPr>
              <a:t>Header logo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30" name="텍스트 상자 26"/>
          <p:cNvSpPr txBox="1">
            <a:spLocks/>
          </p:cNvSpPr>
          <p:nvPr/>
        </p:nvSpPr>
        <p:spPr>
          <a:xfrm rot="0">
            <a:off x="2557780" y="1234440"/>
            <a:ext cx="1094740" cy="370840"/>
          </a:xfrm>
          <a:prstGeom prst="rect"/>
          <a:noFill/>
          <a:ln w="0" cap="flat" cmpd="sng">
            <a:solidFill>
              <a:srgbClr val="FFFFFF">
                <a:alpha val="100000"/>
              </a:srgbClr>
            </a:solidFill>
            <a:prstDash val="solid"/>
          </a:ln>
        </p:spPr>
        <p:txBody>
          <a:bodyPr wrap="none" lIns="89535" tIns="46355" rIns="89535" bIns="46355" numCol="1" vert="horz" anchor="t">
            <a:spAutoFit/>
          </a:bodyPr>
          <a:lstStyle/>
          <a:p>
            <a:pPr marL="0" indent="0" algn="l" hangingPunct="1">
              <a:buFontTx/>
              <a:buNone/>
            </a:pPr>
            <a:r>
              <a:rPr lang="ko-KR" sz="1800">
                <a:latin typeface="맑은 고딕" charset="0"/>
                <a:ea typeface="맑은 고딕" charset="0"/>
              </a:rPr>
              <a:t>대시보드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31" name="텍스트 상자 27"/>
          <p:cNvSpPr txBox="1">
            <a:spLocks/>
          </p:cNvSpPr>
          <p:nvPr/>
        </p:nvSpPr>
        <p:spPr>
          <a:xfrm rot="0">
            <a:off x="3656330" y="1246505"/>
            <a:ext cx="1403985" cy="370840"/>
          </a:xfrm>
          <a:prstGeom prst="rect"/>
          <a:noFill/>
          <a:ln w="0" cap="flat" cmpd="sng">
            <a:solidFill>
              <a:srgbClr val="FFFFFF">
                <a:alpha val="100000"/>
              </a:srgbClr>
            </a:solidFill>
            <a:prstDash val="solid"/>
          </a:ln>
        </p:spPr>
        <p:txBody>
          <a:bodyPr wrap="none" lIns="89535" tIns="46355" rIns="89535" bIns="46355" numCol="1" vert="horz" anchor="t">
            <a:spAutoFit/>
          </a:bodyPr>
          <a:lstStyle/>
          <a:p>
            <a:pPr marL="0" indent="0" algn="l" hangingPunct="1">
              <a:buFontTx/>
              <a:buNone/>
            </a:pPr>
            <a:r>
              <a:rPr lang="ko-KR" sz="1800">
                <a:latin typeface="맑은 고딕" charset="0"/>
                <a:ea typeface="맑은 고딕" charset="0"/>
              </a:rPr>
              <a:t>데이터 분석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32" name="텍스트 상자 28"/>
          <p:cNvSpPr txBox="1">
            <a:spLocks/>
          </p:cNvSpPr>
          <p:nvPr/>
        </p:nvSpPr>
        <p:spPr>
          <a:xfrm rot="0">
            <a:off x="5031740" y="1229360"/>
            <a:ext cx="1175385" cy="370840"/>
          </a:xfrm>
          <a:prstGeom prst="rect"/>
          <a:noFill/>
          <a:ln w="0" cap="flat" cmpd="sng">
            <a:solidFill>
              <a:srgbClr val="FFFFFF">
                <a:alpha val="100000"/>
              </a:srgbClr>
            </a:solidFill>
            <a:prstDash val="solid"/>
          </a:ln>
        </p:spPr>
        <p:txBody>
          <a:bodyPr wrap="none" lIns="89535" tIns="46355" rIns="89535" bIns="46355" numCol="1" vert="horz" anchor="t">
            <a:spAutoFit/>
          </a:bodyPr>
          <a:lstStyle/>
          <a:p>
            <a:pPr marL="0" indent="0" algn="l" hangingPunct="1">
              <a:buFontTx/>
              <a:buNone/>
            </a:pPr>
            <a:r>
              <a:rPr sz="1800">
                <a:latin typeface="맑은 고딕" charset="0"/>
                <a:ea typeface="맑은 고딕" charset="0"/>
              </a:rPr>
              <a:t>가격</a:t>
            </a:r>
            <a:r>
              <a:rPr lang="ko-KR" sz="1800">
                <a:latin typeface="맑은 고딕" charset="0"/>
                <a:ea typeface="맑은 고딕" charset="0"/>
              </a:rPr>
              <a:t> 예측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 0"/>
          <p:cNvSpPr>
            <a:spLocks/>
          </p:cNvSpPr>
          <p:nvPr/>
        </p:nvSpPr>
        <p:spPr>
          <a:xfrm rot="0">
            <a:off x="1136015" y="1016635"/>
            <a:ext cx="9411335" cy="4978400"/>
          </a:xfrm>
          <a:prstGeom prst="rect"/>
          <a:solidFill>
            <a:schemeClr val="bg1">
              <a:lumMod val="50000"/>
              <a:lumOff val="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numCol="1" vert="horz" anchor="ctr">
            <a:noAutofit/>
          </a:bodyPr>
          <a:lstStyle/>
          <a:p>
            <a:pPr marL="0" indent="0" algn="ctr" hangingPunct="1">
              <a:buFontTx/>
              <a:buNone/>
            </a:pP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3" name="Rect 0"/>
          <p:cNvSpPr txBox="1">
            <a:spLocks/>
          </p:cNvSpPr>
          <p:nvPr/>
        </p:nvSpPr>
        <p:spPr>
          <a:xfrm rot="0">
            <a:off x="1875790" y="1913255"/>
            <a:ext cx="2611120" cy="370840"/>
          </a:xfrm>
          <a:prstGeom prst="rect"/>
          <a:noFill/>
          <a:ln w="0" cap="flat" cmpd="sng">
            <a:solidFill>
              <a:srgbClr val="FFFFFF">
                <a:alpha val="100000"/>
              </a:srgbClr>
            </a:solidFill>
            <a:prstDash val="solid"/>
          </a:ln>
        </p:spPr>
        <p:txBody>
          <a:bodyPr wrap="none" lIns="89535" tIns="46355" rIns="89535" bIns="46355" numCol="1" vert="horz" anchor="t">
            <a:spAutoFit/>
          </a:bodyPr>
          <a:lstStyle/>
          <a:p>
            <a:pPr marL="0" indent="0" algn="l" hangingPunct="1">
              <a:buFontTx/>
              <a:buNone/>
            </a:pPr>
            <a:r>
              <a:rPr sz="1800">
                <a:latin typeface="맑은 고딕" charset="0"/>
                <a:ea typeface="맑은 고딕" charset="0"/>
              </a:rPr>
              <a:t>스마트팜 </a:t>
            </a:r>
            <a:r>
              <a:rPr lang="ko-KR" sz="1800">
                <a:latin typeface="맑은 고딕" charset="0"/>
                <a:ea typeface="맑은 고딕" charset="0"/>
              </a:rPr>
              <a:t>AI 환경플랫폼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4" name="Rect 0"/>
          <p:cNvSpPr txBox="1">
            <a:spLocks/>
          </p:cNvSpPr>
          <p:nvPr/>
        </p:nvSpPr>
        <p:spPr>
          <a:xfrm rot="0">
            <a:off x="2082165" y="2429510"/>
            <a:ext cx="2089150" cy="1477645"/>
          </a:xfrm>
          <a:prstGeom prst="rect"/>
          <a:noFill/>
          <a:ln w="0" cap="flat" cmpd="sng">
            <a:solidFill>
              <a:srgbClr val="FFFFFF">
                <a:alpha val="100000"/>
              </a:srgbClr>
            </a:solidFill>
            <a:prstDash/>
          </a:ln>
        </p:spPr>
        <p:txBody>
          <a:bodyPr wrap="none" lIns="89535" tIns="46355" rIns="89535" bIns="46355" vert="horz" anchor="t">
            <a:spAutoFit/>
          </a:bodyPr>
          <a:lstStyle/>
          <a:p>
            <a:pPr marL="0" indent="0" algn="l" hangingPunct="1"/>
            <a:r>
              <a:rPr sz="1800">
                <a:solidFill>
                  <a:schemeClr val="bg1"/>
                </a:solidFill>
                <a:latin typeface="맑은 고딕" charset="0"/>
                <a:ea typeface="맑은 고딕" charset="0"/>
              </a:rPr>
              <a:t>스마</a:t>
            </a:r>
            <a:r>
              <a:rPr lang="ko-KR" sz="1800">
                <a:solidFill>
                  <a:schemeClr val="bg1"/>
                </a:solidFill>
                <a:latin typeface="맑은 고딕" charset="0"/>
                <a:ea typeface="맑은 고딕" charset="0"/>
              </a:rPr>
              <a:t>트팜 대시보드</a:t>
            </a:r>
            <a:endParaRPr lang="ko-KR" altLang="en-US" sz="1800">
              <a:solidFill>
                <a:schemeClr val="bg1"/>
              </a:solidFill>
              <a:latin typeface="맑은 고딕" charset="0"/>
              <a:ea typeface="맑은 고딕" charset="0"/>
            </a:endParaRPr>
          </a:p>
          <a:p>
            <a:pPr marL="0" indent="0" algn="l" hangingPunct="1"/>
            <a:endParaRPr lang="ko-KR" altLang="en-US" sz="1800">
              <a:solidFill>
                <a:schemeClr val="bg1"/>
              </a:solidFill>
              <a:latin typeface="맑은 고딕" charset="0"/>
              <a:ea typeface="맑은 고딕" charset="0"/>
            </a:endParaRPr>
          </a:p>
          <a:p>
            <a:pPr marL="0" indent="0" algn="l" hangingPunct="1"/>
            <a:r>
              <a:rPr lang="ko-KR" sz="1800">
                <a:solidFill>
                  <a:schemeClr val="bg1"/>
                </a:solidFill>
                <a:latin typeface="맑은 고딕" charset="0"/>
                <a:ea typeface="맑은 고딕" charset="0"/>
              </a:rPr>
              <a:t>데이터 </a:t>
            </a:r>
            <a:r>
              <a:rPr lang="ko-KR" sz="1800">
                <a:solidFill>
                  <a:schemeClr val="bg1"/>
                </a:solidFill>
                <a:latin typeface="맑은 고딕" charset="0"/>
                <a:ea typeface="맑은 고딕" charset="0"/>
              </a:rPr>
              <a:t>분석</a:t>
            </a:r>
            <a:endParaRPr lang="ko-KR" altLang="en-US" sz="1800">
              <a:solidFill>
                <a:schemeClr val="bg1"/>
              </a:solidFill>
              <a:latin typeface="맑은 고딕" charset="0"/>
              <a:ea typeface="맑은 고딕" charset="0"/>
            </a:endParaRPr>
          </a:p>
          <a:p>
            <a:pPr marL="0" indent="0" algn="l" hangingPunct="1"/>
            <a:endParaRPr lang="ko-KR" altLang="en-US" sz="1800">
              <a:solidFill>
                <a:schemeClr val="bg1"/>
              </a:solidFill>
              <a:latin typeface="맑은 고딕" charset="0"/>
              <a:ea typeface="맑은 고딕" charset="0"/>
            </a:endParaRPr>
          </a:p>
          <a:p>
            <a:pPr marL="0" indent="0" algn="l" hangingPunct="1"/>
            <a:r>
              <a:rPr lang="ko-KR" sz="1800">
                <a:solidFill>
                  <a:schemeClr val="bg1"/>
                </a:solidFill>
                <a:latin typeface="맑은 고딕" charset="0"/>
                <a:ea typeface="맑은 고딕" charset="0"/>
              </a:rPr>
              <a:t>가격 </a:t>
            </a:r>
            <a:r>
              <a:rPr lang="ko-KR" sz="1800">
                <a:solidFill>
                  <a:schemeClr val="bg1"/>
                </a:solidFill>
                <a:latin typeface="맑은 고딕" charset="0"/>
                <a:ea typeface="맑은 고딕" charset="0"/>
              </a:rPr>
              <a:t>예측</a:t>
            </a:r>
            <a:endParaRPr lang="ko-KR" altLang="en-US" sz="1800">
              <a:solidFill>
                <a:schemeClr val="bg1"/>
              </a:solidFill>
              <a:latin typeface="맑은 고딕" charset="0"/>
              <a:ea typeface="맑은 고딕" charset="0"/>
            </a:endParaRPr>
          </a:p>
        </p:txBody>
      </p:sp>
      <p:sp>
        <p:nvSpPr>
          <p:cNvPr id="7" name="Rect 0"/>
          <p:cNvSpPr txBox="1">
            <a:spLocks/>
          </p:cNvSpPr>
          <p:nvPr/>
        </p:nvSpPr>
        <p:spPr>
          <a:xfrm rot="0">
            <a:off x="2743835" y="4452620"/>
            <a:ext cx="2105660" cy="647065"/>
          </a:xfrm>
          <a:prstGeom prst="rect"/>
          <a:noFill/>
          <a:ln w="0" cap="flat" cmpd="sng">
            <a:solidFill>
              <a:srgbClr val="FFFFFF">
                <a:alpha val="100000"/>
              </a:srgbClr>
            </a:solidFill>
            <a:prstDash val="solid"/>
          </a:ln>
        </p:spPr>
        <p:txBody>
          <a:bodyPr wrap="square" lIns="89535" tIns="46355" rIns="89535" bIns="46355" numCol="1" vert="horz" anchor="t">
            <a:spAutoFit/>
          </a:bodyPr>
          <a:lstStyle/>
          <a:p>
            <a:pPr marL="0" indent="0" algn="l" hangingPunct="1">
              <a:buFontTx/>
              <a:buNone/>
            </a:pPr>
            <a:r>
              <a:rPr lang="ko-KR" sz="1800">
                <a:solidFill>
                  <a:schemeClr val="bg1"/>
                </a:solidFill>
                <a:latin typeface="맑은 고딕" charset="0"/>
                <a:ea typeface="맑은 고딕" charset="0"/>
              </a:rPr>
              <a:t>왼쪽 </a:t>
            </a:r>
            <a:r>
              <a:rPr lang="ko-KR" sz="1800">
                <a:solidFill>
                  <a:schemeClr val="bg1"/>
                </a:solidFill>
                <a:latin typeface="맑은 고딕" charset="0"/>
                <a:ea typeface="맑은 고딕" charset="0"/>
              </a:rPr>
              <a:t>카테고리나 </a:t>
            </a:r>
            <a:endParaRPr lang="ko-KR" altLang="en-US" sz="1800">
              <a:solidFill>
                <a:schemeClr val="bg1"/>
              </a:solidFill>
              <a:latin typeface="맑은 고딕" charset="0"/>
              <a:ea typeface="맑은 고딕" charset="0"/>
            </a:endParaRPr>
          </a:p>
          <a:p>
            <a:pPr marL="0" indent="0" algn="l" hangingPunct="1">
              <a:buFontTx/>
              <a:buNone/>
            </a:pPr>
            <a:r>
              <a:rPr lang="ko-KR" sz="1800">
                <a:solidFill>
                  <a:schemeClr val="bg1"/>
                </a:solidFill>
                <a:latin typeface="맑은 고딕" charset="0"/>
                <a:ea typeface="맑은 고딕" charset="0"/>
              </a:rPr>
              <a:t>슬라이드</a:t>
            </a:r>
            <a:r>
              <a:rPr lang="ko-KR" sz="1800">
                <a:solidFill>
                  <a:schemeClr val="bg1"/>
                </a:solidFill>
                <a:latin typeface="맑은 고딕" charset="0"/>
                <a:ea typeface="맑은 고딕" charset="0"/>
              </a:rPr>
              <a:t>메뉴 분류</a:t>
            </a:r>
            <a:endParaRPr lang="ko-KR" altLang="en-US" sz="1800">
              <a:solidFill>
                <a:schemeClr val="bg1"/>
              </a:solidFill>
              <a:latin typeface="맑은 고딕" charset="0"/>
              <a:ea typeface="맑은 고딕" charset="0"/>
            </a:endParaRPr>
          </a:p>
        </p:txBody>
      </p:sp>
      <p:cxnSp>
        <p:nvCxnSpPr>
          <p:cNvPr id="8" name="Rect 0"/>
          <p:cNvCxnSpPr/>
          <p:nvPr/>
        </p:nvCxnSpPr>
        <p:spPr>
          <a:xfrm rot="0" flipH="1">
            <a:off x="3244850" y="3912870"/>
            <a:ext cx="3175" cy="561975"/>
          </a:xfrm>
          <a:prstGeom prst="straightConnector1"/>
          <a:ln w="6350" cap="flat" cmpd="sng">
            <a:prstDash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Rect 0"/>
          <p:cNvSpPr txBox="1">
            <a:spLocks/>
          </p:cNvSpPr>
          <p:nvPr/>
        </p:nvSpPr>
        <p:spPr>
          <a:xfrm rot="0">
            <a:off x="5243195" y="1797050"/>
            <a:ext cx="1403985" cy="370840"/>
          </a:xfrm>
          <a:prstGeom prst="rect"/>
          <a:noFill/>
          <a:ln w="0" cap="flat" cmpd="sng">
            <a:solidFill>
              <a:srgbClr val="FFFFFF">
                <a:alpha val="100000"/>
              </a:srgbClr>
            </a:solidFill>
            <a:prstDash val="solid"/>
          </a:ln>
        </p:spPr>
        <p:txBody>
          <a:bodyPr wrap="none" lIns="89535" tIns="46355" rIns="89535" bIns="46355" numCol="1" vert="horz" anchor="t">
            <a:spAutoFit/>
          </a:bodyPr>
          <a:lstStyle/>
          <a:p>
            <a:pPr marL="0" indent="0" algn="l" hangingPunct="1">
              <a:buFontTx/>
              <a:buNone/>
            </a:pPr>
            <a:r>
              <a:rPr sz="1800">
                <a:latin typeface="맑은 고딕" charset="0"/>
                <a:ea typeface="맑은 고딕" charset="0"/>
              </a:rPr>
              <a:t>데이터 분석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10" name="Rect 0"/>
          <p:cNvSpPr txBox="1">
            <a:spLocks/>
          </p:cNvSpPr>
          <p:nvPr/>
        </p:nvSpPr>
        <p:spPr>
          <a:xfrm rot="0">
            <a:off x="4964430" y="2278380"/>
            <a:ext cx="3990340" cy="278765"/>
          </a:xfrm>
          <a:prstGeom prst="rect"/>
          <a:noFill/>
          <a:ln w="0" cap="flat" cmpd="sng">
            <a:solidFill>
              <a:srgbClr val="FFFFFF">
                <a:alpha val="100000"/>
              </a:srgbClr>
            </a:solidFill>
            <a:prstDash val="solid"/>
          </a:ln>
        </p:spPr>
        <p:txBody>
          <a:bodyPr wrap="square" lIns="89535" tIns="46355" rIns="89535" bIns="46355" numCol="1" vert="horz" anchor="t">
            <a:spAutoFit/>
          </a:bodyPr>
          <a:lstStyle/>
          <a:p>
            <a:pPr marL="0" indent="0" algn="l" hangingPunct="1">
              <a:buFontTx/>
              <a:buNone/>
            </a:pPr>
            <a:r>
              <a:rPr sz="1200" i="0" b="0">
                <a:solidFill>
                  <a:schemeClr val="bg1"/>
                </a:solidFill>
                <a:latin typeface="Segoe UI Emoji" charset="0"/>
                <a:ea typeface="ui-sans-serif" charset="0"/>
              </a:rPr>
              <a:t>축적된 농가 데이터를 분석하여 최적 환경</a:t>
            </a:r>
            <a:r>
              <a:rPr lang="ko-KR" sz="1200" i="0" b="0">
                <a:solidFill>
                  <a:schemeClr val="bg1"/>
                </a:solidFill>
                <a:latin typeface="Segoe UI Emoji" charset="0"/>
                <a:ea typeface="ui-sans-serif" charset="0"/>
              </a:rPr>
              <a:t> </a:t>
            </a:r>
            <a:r>
              <a:rPr lang="ko-KR" sz="1200" i="0" b="0">
                <a:solidFill>
                  <a:schemeClr val="bg1"/>
                </a:solidFill>
                <a:latin typeface="Segoe UI Emoji" charset="0"/>
                <a:ea typeface="ui-sans-serif" charset="0"/>
              </a:rPr>
              <a:t>추천서비스</a:t>
            </a:r>
            <a:endParaRPr lang="ko-KR" altLang="en-US" sz="1200" i="0" b="0">
              <a:solidFill>
                <a:schemeClr val="bg1"/>
              </a:solidFill>
              <a:latin typeface="Segoe UI Emoji" charset="0"/>
              <a:ea typeface="ui-sans-serif" charset="0"/>
            </a:endParaRPr>
          </a:p>
        </p:txBody>
      </p:sp>
      <p:sp>
        <p:nvSpPr>
          <p:cNvPr id="11" name="도형 35"/>
          <p:cNvSpPr>
            <a:spLocks/>
          </p:cNvSpPr>
          <p:nvPr/>
        </p:nvSpPr>
        <p:spPr>
          <a:xfrm rot="0">
            <a:off x="5509895" y="2705100"/>
            <a:ext cx="3615055" cy="929005"/>
          </a:xfrm>
          <a:prstGeom prst="rect"/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vert="horz" anchor="ctr">
            <a:noAutofit/>
          </a:bodyPr>
          <a:lstStyle/>
          <a:p>
            <a:pPr marL="0" indent="0" algn="ctr" hangingPunct="1"/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데이터 </a:t>
            </a:r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업로드(환경데이터,</a:t>
            </a:r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 생육</a:t>
            </a:r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데이터,</a:t>
            </a:r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 생산량데이터</a:t>
            </a:r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 </a:t>
            </a:r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-ㅡ csv나 xl</a:t>
            </a:r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s</a:t>
            </a:r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x파일들)</a:t>
            </a:r>
            <a:endParaRPr lang="ko-KR" altLang="en-US" sz="1800">
              <a:solidFill>
                <a:schemeClr val="tx1"/>
              </a:solidFill>
              <a:latin typeface="맑은 고딕" charset="0"/>
              <a:ea typeface="맑은 고딕" charset="0"/>
            </a:endParaRPr>
          </a:p>
        </p:txBody>
      </p:sp>
      <p:sp>
        <p:nvSpPr>
          <p:cNvPr id="12" name="도형 37"/>
          <p:cNvSpPr>
            <a:spLocks/>
          </p:cNvSpPr>
          <p:nvPr/>
        </p:nvSpPr>
        <p:spPr>
          <a:xfrm rot="0">
            <a:off x="9082405" y="1979295"/>
            <a:ext cx="1363980" cy="485140"/>
          </a:xfrm>
          <a:prstGeom prst="rect"/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numCol="1" vert="horz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rPr lang="ko-KR" sz="1800">
                <a:latin typeface="맑은 고딕" charset="0"/>
                <a:ea typeface="맑은 고딕" charset="0"/>
              </a:rPr>
              <a:t>ai분석버튼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15" name="도형 1"/>
          <p:cNvSpPr>
            <a:spLocks/>
          </p:cNvSpPr>
          <p:nvPr/>
        </p:nvSpPr>
        <p:spPr>
          <a:xfrm>
            <a:off x="5312410" y="4008755"/>
            <a:ext cx="4247515" cy="1522095"/>
          </a:xfrm>
          <a:prstGeom prst="rect"/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numCol="1" vert="horz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분석한 축적된 농가의 데이터들이 나오게끔 할 예정</a:t>
            </a:r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임</a:t>
            </a:r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!</a:t>
            </a:r>
            <a:endParaRPr lang="ko-KR" altLang="en-US" sz="1800">
              <a:solidFill>
                <a:schemeClr val="tx1"/>
              </a:solidFill>
              <a:latin typeface="맑은 고딕" charset="0"/>
              <a:ea typeface="맑은 고딕" charset="0"/>
            </a:endParaRPr>
          </a:p>
        </p:txBody>
      </p:sp>
      <p:sp>
        <p:nvSpPr>
          <p:cNvPr id="16" name="도형 29"/>
          <p:cNvSpPr>
            <a:spLocks/>
          </p:cNvSpPr>
          <p:nvPr/>
        </p:nvSpPr>
        <p:spPr>
          <a:xfrm rot="0">
            <a:off x="1125855" y="977265"/>
            <a:ext cx="9401175" cy="800100"/>
          </a:xfrm>
          <a:prstGeom prst="rect"/>
          <a:solidFill>
            <a:schemeClr val="bg1"/>
          </a:solidFill>
          <a:ln w="12700" cap="flat" cmpd="sng">
            <a:solidFill>
              <a:schemeClr val="tx1">
                <a:alpha val="10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vert="horz" anchor="ctr">
            <a:noAutofit/>
          </a:bodyPr>
          <a:lstStyle/>
          <a:p>
            <a:pPr marL="0" indent="0" algn="ctr" hangingPunct="1"/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17" name="도형 30"/>
          <p:cNvSpPr>
            <a:spLocks/>
          </p:cNvSpPr>
          <p:nvPr/>
        </p:nvSpPr>
        <p:spPr>
          <a:xfrm rot="0">
            <a:off x="6812915" y="1203960"/>
            <a:ext cx="2203450" cy="445770"/>
          </a:xfrm>
          <a:prstGeom prst="rect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numCol="1" vert="horz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rPr lang="ko-KR" sz="1800">
                <a:latin typeface="맑은 고딕" charset="0"/>
                <a:ea typeface="맑은 고딕" charset="0"/>
              </a:rPr>
              <a:t>Snss님 반갑습니다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18" name="도형 31"/>
          <p:cNvSpPr>
            <a:spLocks/>
          </p:cNvSpPr>
          <p:nvPr/>
        </p:nvSpPr>
        <p:spPr>
          <a:xfrm rot="0">
            <a:off x="9143365" y="1184275"/>
            <a:ext cx="1146810" cy="465455"/>
          </a:xfrm>
          <a:prstGeom prst="rect"/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numCol="1" vert="horz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rPr sz="1800">
                <a:latin typeface="맑은 고딕" charset="0"/>
                <a:ea typeface="맑은 고딕" charset="0"/>
              </a:rPr>
              <a:t>로그</a:t>
            </a:r>
            <a:r>
              <a:rPr sz="1800">
                <a:latin typeface="맑은 고딕" charset="0"/>
                <a:ea typeface="맑은 고딕" charset="0"/>
              </a:rPr>
              <a:t>아웃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19" name="도형 32"/>
          <p:cNvSpPr>
            <a:spLocks/>
          </p:cNvSpPr>
          <p:nvPr/>
        </p:nvSpPr>
        <p:spPr>
          <a:xfrm rot="0">
            <a:off x="1283970" y="1144905"/>
            <a:ext cx="1066800" cy="544195"/>
          </a:xfrm>
          <a:prstGeom prst="rect"/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vert="horz" anchor="ctr">
            <a:noAutofit/>
          </a:bodyPr>
          <a:lstStyle/>
          <a:p>
            <a:pPr marL="0" indent="0" algn="ctr" hangingPunct="1"/>
            <a:r>
              <a:rPr lang="ko-KR" sz="1800">
                <a:latin typeface="맑은 고딕" charset="0"/>
                <a:ea typeface="맑은 고딕" charset="0"/>
              </a:rPr>
              <a:t>H</a:t>
            </a:r>
            <a:r>
              <a:rPr lang="ko-KR" sz="1800">
                <a:latin typeface="맑은 고딕" charset="0"/>
                <a:ea typeface="맑은 고딕" charset="0"/>
              </a:rPr>
              <a:t>ea</a:t>
            </a:r>
            <a:r>
              <a:rPr lang="ko-KR" sz="1800">
                <a:latin typeface="맑은 고딕" charset="0"/>
                <a:ea typeface="맑은 고딕" charset="0"/>
              </a:rPr>
              <a:t>de</a:t>
            </a:r>
            <a:r>
              <a:rPr lang="ko-KR" sz="1800">
                <a:latin typeface="맑은 고딕" charset="0"/>
                <a:ea typeface="맑은 고딕" charset="0"/>
              </a:rPr>
              <a:t>r logo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20" name="텍스트 상자 33"/>
          <p:cNvSpPr txBox="1">
            <a:spLocks/>
          </p:cNvSpPr>
          <p:nvPr/>
        </p:nvSpPr>
        <p:spPr>
          <a:xfrm rot="0">
            <a:off x="2597150" y="1195070"/>
            <a:ext cx="1094105" cy="370205"/>
          </a:xfrm>
          <a:prstGeom prst="rect"/>
          <a:noFill/>
          <a:ln w="0" cap="flat" cmpd="sng">
            <a:solidFill>
              <a:srgbClr val="FFFFFF">
                <a:alpha val="100000"/>
              </a:srgbClr>
            </a:solidFill>
            <a:prstDash/>
          </a:ln>
        </p:spPr>
        <p:txBody>
          <a:bodyPr wrap="none" lIns="89535" tIns="46355" rIns="89535" bIns="46355" vert="horz" anchor="t">
            <a:spAutoFit/>
          </a:bodyPr>
          <a:lstStyle/>
          <a:p>
            <a:pPr marL="0" indent="0" algn="l" hangingPunct="1"/>
            <a:r>
              <a:rPr lang="ko-KR" sz="1800">
                <a:latin typeface="맑은 고딕" charset="0"/>
                <a:ea typeface="맑은 고딕" charset="0"/>
              </a:rPr>
              <a:t>대시보드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21" name="텍스트 상자 34"/>
          <p:cNvSpPr txBox="1">
            <a:spLocks/>
          </p:cNvSpPr>
          <p:nvPr/>
        </p:nvSpPr>
        <p:spPr>
          <a:xfrm rot="0">
            <a:off x="3695700" y="1207135"/>
            <a:ext cx="1403350" cy="370205"/>
          </a:xfrm>
          <a:prstGeom prst="rect"/>
          <a:noFill/>
          <a:ln w="0" cap="flat" cmpd="sng">
            <a:solidFill>
              <a:srgbClr val="FFFFFF">
                <a:alpha val="100000"/>
              </a:srgbClr>
            </a:solidFill>
            <a:prstDash/>
          </a:ln>
        </p:spPr>
        <p:txBody>
          <a:bodyPr wrap="none" lIns="89535" tIns="46355" rIns="89535" bIns="46355" vert="horz" anchor="t">
            <a:spAutoFit/>
          </a:bodyPr>
          <a:lstStyle/>
          <a:p>
            <a:pPr marL="0" indent="0" algn="l" hangingPunct="1"/>
            <a:r>
              <a:rPr lang="ko-KR" sz="1800">
                <a:latin typeface="맑은 고딕" charset="0"/>
                <a:ea typeface="맑은 고딕" charset="0"/>
              </a:rPr>
              <a:t>데이터 분석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22" name="텍스트 상자 35"/>
          <p:cNvSpPr txBox="1">
            <a:spLocks/>
          </p:cNvSpPr>
          <p:nvPr/>
        </p:nvSpPr>
        <p:spPr>
          <a:xfrm rot="0">
            <a:off x="5071110" y="1189990"/>
            <a:ext cx="1174750" cy="370205"/>
          </a:xfrm>
          <a:prstGeom prst="rect"/>
          <a:noFill/>
          <a:ln w="0" cap="flat" cmpd="sng">
            <a:solidFill>
              <a:srgbClr val="FFFFFF">
                <a:alpha val="100000"/>
              </a:srgbClr>
            </a:solidFill>
            <a:prstDash/>
          </a:ln>
        </p:spPr>
        <p:txBody>
          <a:bodyPr wrap="none" lIns="89535" tIns="46355" rIns="89535" bIns="46355" vert="horz" anchor="t">
            <a:spAutoFit/>
          </a:bodyPr>
          <a:lstStyle/>
          <a:p>
            <a:pPr marL="0" indent="0" algn="l" hangingPunct="1"/>
            <a:r>
              <a:rPr sz="1800">
                <a:latin typeface="맑은 고딕" charset="0"/>
                <a:ea typeface="맑은 고딕" charset="0"/>
              </a:rPr>
              <a:t>가격</a:t>
            </a:r>
            <a:r>
              <a:rPr lang="ko-KR" sz="1800">
                <a:latin typeface="맑은 고딕" charset="0"/>
                <a:ea typeface="맑은 고딕" charset="0"/>
              </a:rPr>
              <a:t> </a:t>
            </a:r>
            <a:r>
              <a:rPr lang="ko-KR" sz="1800">
                <a:latin typeface="맑은 고딕" charset="0"/>
                <a:ea typeface="맑은 고딕" charset="0"/>
              </a:rPr>
              <a:t>예측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 0"/>
          <p:cNvSpPr>
            <a:spLocks/>
          </p:cNvSpPr>
          <p:nvPr/>
        </p:nvSpPr>
        <p:spPr>
          <a:xfrm rot="0">
            <a:off x="1116965" y="1026160"/>
            <a:ext cx="9412605" cy="4979670"/>
          </a:xfrm>
          <a:prstGeom prst="rect"/>
          <a:solidFill>
            <a:schemeClr val="bg1">
              <a:lumMod val="50000"/>
              <a:lumOff val="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numCol="1" vert="horz" anchor="ctr">
            <a:noAutofit/>
          </a:bodyPr>
          <a:lstStyle/>
          <a:p>
            <a:pPr marL="0" indent="0" algn="ctr" hangingPunct="1">
              <a:buFontTx/>
              <a:buNone/>
            </a:pP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3" name="Rect 0"/>
          <p:cNvSpPr txBox="1">
            <a:spLocks/>
          </p:cNvSpPr>
          <p:nvPr/>
        </p:nvSpPr>
        <p:spPr>
          <a:xfrm rot="0">
            <a:off x="1894840" y="1903730"/>
            <a:ext cx="2611120" cy="370840"/>
          </a:xfrm>
          <a:prstGeom prst="rect"/>
          <a:noFill/>
          <a:ln w="0" cap="flat" cmpd="sng">
            <a:solidFill>
              <a:srgbClr val="FFFFFF">
                <a:alpha val="100000"/>
              </a:srgbClr>
            </a:solidFill>
            <a:prstDash val="solid"/>
          </a:ln>
        </p:spPr>
        <p:txBody>
          <a:bodyPr wrap="none" lIns="89535" tIns="46355" rIns="89535" bIns="46355" numCol="1" vert="horz" anchor="t">
            <a:spAutoFit/>
          </a:bodyPr>
          <a:lstStyle/>
          <a:p>
            <a:pPr marL="0" indent="0" algn="l" hangingPunct="1">
              <a:buFontTx/>
              <a:buNone/>
            </a:pPr>
            <a:r>
              <a:rPr sz="1800">
                <a:latin typeface="맑은 고딕" charset="0"/>
                <a:ea typeface="맑은 고딕" charset="0"/>
              </a:rPr>
              <a:t>스마트팜 </a:t>
            </a:r>
            <a:r>
              <a:rPr lang="ko-KR" sz="1800">
                <a:latin typeface="맑은 고딕" charset="0"/>
                <a:ea typeface="맑은 고딕" charset="0"/>
              </a:rPr>
              <a:t>AI 환경플랫폼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4" name="Rect 0"/>
          <p:cNvSpPr txBox="1">
            <a:spLocks/>
          </p:cNvSpPr>
          <p:nvPr/>
        </p:nvSpPr>
        <p:spPr>
          <a:xfrm rot="0">
            <a:off x="2082165" y="2429510"/>
            <a:ext cx="2089150" cy="1477645"/>
          </a:xfrm>
          <a:prstGeom prst="rect"/>
          <a:noFill/>
          <a:ln w="0" cap="flat" cmpd="sng">
            <a:solidFill>
              <a:srgbClr val="FFFFFF">
                <a:alpha val="100000"/>
              </a:srgbClr>
            </a:solidFill>
            <a:prstDash/>
          </a:ln>
        </p:spPr>
        <p:txBody>
          <a:bodyPr wrap="none" lIns="89535" tIns="46355" rIns="89535" bIns="46355" vert="horz" anchor="t">
            <a:spAutoFit/>
          </a:bodyPr>
          <a:lstStyle/>
          <a:p>
            <a:pPr marL="0" indent="0" algn="l" hangingPunct="1"/>
            <a:r>
              <a:rPr sz="1800">
                <a:solidFill>
                  <a:schemeClr val="bg1"/>
                </a:solidFill>
                <a:latin typeface="맑은 고딕" charset="0"/>
                <a:ea typeface="맑은 고딕" charset="0"/>
              </a:rPr>
              <a:t>스마</a:t>
            </a:r>
            <a:r>
              <a:rPr lang="ko-KR" sz="1800">
                <a:solidFill>
                  <a:schemeClr val="bg1"/>
                </a:solidFill>
                <a:latin typeface="맑은 고딕" charset="0"/>
                <a:ea typeface="맑은 고딕" charset="0"/>
              </a:rPr>
              <a:t>트팜 대시보드</a:t>
            </a:r>
            <a:endParaRPr lang="ko-KR" altLang="en-US" sz="1800">
              <a:solidFill>
                <a:schemeClr val="bg1"/>
              </a:solidFill>
              <a:latin typeface="맑은 고딕" charset="0"/>
              <a:ea typeface="맑은 고딕" charset="0"/>
            </a:endParaRPr>
          </a:p>
          <a:p>
            <a:pPr marL="0" indent="0" algn="l" hangingPunct="1"/>
            <a:endParaRPr lang="ko-KR" altLang="en-US" sz="1800">
              <a:solidFill>
                <a:schemeClr val="bg1"/>
              </a:solidFill>
              <a:latin typeface="맑은 고딕" charset="0"/>
              <a:ea typeface="맑은 고딕" charset="0"/>
            </a:endParaRPr>
          </a:p>
          <a:p>
            <a:pPr marL="0" indent="0" algn="l" hangingPunct="1"/>
            <a:r>
              <a:rPr lang="ko-KR" sz="1800">
                <a:solidFill>
                  <a:schemeClr val="bg1"/>
                </a:solidFill>
                <a:latin typeface="맑은 고딕" charset="0"/>
                <a:ea typeface="맑은 고딕" charset="0"/>
              </a:rPr>
              <a:t>데이터 </a:t>
            </a:r>
            <a:r>
              <a:rPr lang="ko-KR" sz="1800">
                <a:solidFill>
                  <a:schemeClr val="bg1"/>
                </a:solidFill>
                <a:latin typeface="맑은 고딕" charset="0"/>
                <a:ea typeface="맑은 고딕" charset="0"/>
              </a:rPr>
              <a:t>분석</a:t>
            </a:r>
            <a:endParaRPr lang="ko-KR" altLang="en-US" sz="1800">
              <a:solidFill>
                <a:schemeClr val="bg1"/>
              </a:solidFill>
              <a:latin typeface="맑은 고딕" charset="0"/>
              <a:ea typeface="맑은 고딕" charset="0"/>
            </a:endParaRPr>
          </a:p>
          <a:p>
            <a:pPr marL="0" indent="0" algn="l" hangingPunct="1"/>
            <a:endParaRPr lang="ko-KR" altLang="en-US" sz="1800">
              <a:solidFill>
                <a:schemeClr val="bg1"/>
              </a:solidFill>
              <a:latin typeface="맑은 고딕" charset="0"/>
              <a:ea typeface="맑은 고딕" charset="0"/>
            </a:endParaRPr>
          </a:p>
          <a:p>
            <a:pPr marL="0" indent="0" algn="l" hangingPunct="1"/>
            <a:r>
              <a:rPr lang="ko-KR" sz="1800">
                <a:solidFill>
                  <a:schemeClr val="bg1"/>
                </a:solidFill>
                <a:latin typeface="맑은 고딕" charset="0"/>
                <a:ea typeface="맑은 고딕" charset="0"/>
              </a:rPr>
              <a:t>가격 </a:t>
            </a:r>
            <a:r>
              <a:rPr lang="ko-KR" sz="1800">
                <a:solidFill>
                  <a:schemeClr val="bg1"/>
                </a:solidFill>
                <a:latin typeface="맑은 고딕" charset="0"/>
                <a:ea typeface="맑은 고딕" charset="0"/>
              </a:rPr>
              <a:t>예측</a:t>
            </a:r>
            <a:endParaRPr lang="ko-KR" altLang="en-US" sz="1800">
              <a:solidFill>
                <a:schemeClr val="bg1"/>
              </a:solidFill>
              <a:latin typeface="맑은 고딕" charset="0"/>
              <a:ea typeface="맑은 고딕" charset="0"/>
            </a:endParaRPr>
          </a:p>
        </p:txBody>
      </p:sp>
      <p:sp>
        <p:nvSpPr>
          <p:cNvPr id="7" name="Rect 0"/>
          <p:cNvSpPr txBox="1">
            <a:spLocks/>
          </p:cNvSpPr>
          <p:nvPr/>
        </p:nvSpPr>
        <p:spPr>
          <a:xfrm rot="0">
            <a:off x="2490470" y="4443095"/>
            <a:ext cx="2162175" cy="647065"/>
          </a:xfrm>
          <a:prstGeom prst="rect"/>
          <a:noFill/>
          <a:ln w="0" cap="flat" cmpd="sng">
            <a:solidFill>
              <a:srgbClr val="FFFFFF">
                <a:alpha val="100000"/>
              </a:srgbClr>
            </a:solidFill>
            <a:prstDash val="solid"/>
          </a:ln>
        </p:spPr>
        <p:txBody>
          <a:bodyPr wrap="square" lIns="89535" tIns="46355" rIns="89535" bIns="46355" numCol="1" vert="horz" anchor="t">
            <a:spAutoFit/>
          </a:bodyPr>
          <a:lstStyle/>
          <a:p>
            <a:pPr marL="0" indent="0" algn="l" hangingPunct="1">
              <a:buFontTx/>
              <a:buNone/>
            </a:pPr>
            <a:r>
              <a:rPr lang="ko-KR" sz="1800">
                <a:solidFill>
                  <a:schemeClr val="bg1"/>
                </a:solidFill>
                <a:latin typeface="맑은 고딕" charset="0"/>
                <a:ea typeface="맑은 고딕" charset="0"/>
              </a:rPr>
              <a:t>왼쪽 </a:t>
            </a:r>
            <a:r>
              <a:rPr lang="ko-KR" sz="1800">
                <a:solidFill>
                  <a:schemeClr val="bg1"/>
                </a:solidFill>
                <a:latin typeface="맑은 고딕" charset="0"/>
                <a:ea typeface="맑은 고딕" charset="0"/>
              </a:rPr>
              <a:t>카테고리나 </a:t>
            </a:r>
            <a:endParaRPr lang="ko-KR" altLang="en-US" sz="1800">
              <a:solidFill>
                <a:schemeClr val="bg1"/>
              </a:solidFill>
              <a:latin typeface="맑은 고딕" charset="0"/>
              <a:ea typeface="맑은 고딕" charset="0"/>
            </a:endParaRPr>
          </a:p>
          <a:p>
            <a:pPr marL="0" indent="0" algn="l" hangingPunct="1">
              <a:buFontTx/>
              <a:buNone/>
            </a:pPr>
            <a:r>
              <a:rPr lang="ko-KR" sz="1800">
                <a:solidFill>
                  <a:schemeClr val="bg1"/>
                </a:solidFill>
                <a:latin typeface="맑은 고딕" charset="0"/>
                <a:ea typeface="맑은 고딕" charset="0"/>
              </a:rPr>
              <a:t>슬라이드</a:t>
            </a:r>
            <a:r>
              <a:rPr lang="ko-KR" sz="1800">
                <a:solidFill>
                  <a:schemeClr val="bg1"/>
                </a:solidFill>
                <a:latin typeface="맑은 고딕" charset="0"/>
                <a:ea typeface="맑은 고딕" charset="0"/>
              </a:rPr>
              <a:t>메뉴 분류</a:t>
            </a:r>
            <a:endParaRPr lang="ko-KR" altLang="en-US" sz="1800">
              <a:solidFill>
                <a:schemeClr val="bg1"/>
              </a:solidFill>
              <a:latin typeface="맑은 고딕" charset="0"/>
              <a:ea typeface="맑은 고딕" charset="0"/>
            </a:endParaRPr>
          </a:p>
        </p:txBody>
      </p:sp>
      <p:cxnSp>
        <p:nvCxnSpPr>
          <p:cNvPr id="8" name="Rect 0"/>
          <p:cNvCxnSpPr/>
          <p:nvPr/>
        </p:nvCxnSpPr>
        <p:spPr>
          <a:xfrm rot="0">
            <a:off x="3088005" y="3931920"/>
            <a:ext cx="7620" cy="476885"/>
          </a:xfrm>
          <a:prstGeom prst="straightConnector1"/>
          <a:ln w="6350" cap="flat" cmpd="sng">
            <a:prstDash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Rect 0"/>
          <p:cNvSpPr txBox="1">
            <a:spLocks/>
          </p:cNvSpPr>
          <p:nvPr/>
        </p:nvSpPr>
        <p:spPr>
          <a:xfrm rot="0">
            <a:off x="5173980" y="1905635"/>
            <a:ext cx="1175385" cy="370840"/>
          </a:xfrm>
          <a:prstGeom prst="rect"/>
          <a:noFill/>
          <a:ln w="0" cap="flat" cmpd="sng">
            <a:solidFill>
              <a:srgbClr val="FFFFFF">
                <a:alpha val="100000"/>
              </a:srgbClr>
            </a:solidFill>
            <a:prstDash val="solid"/>
          </a:ln>
        </p:spPr>
        <p:txBody>
          <a:bodyPr wrap="none" lIns="89535" tIns="46355" rIns="89535" bIns="46355" numCol="1" vert="horz" anchor="t">
            <a:spAutoFit/>
          </a:bodyPr>
          <a:lstStyle/>
          <a:p>
            <a:pPr marL="0" indent="0" algn="l" hangingPunct="1">
              <a:buFontTx/>
              <a:buNone/>
            </a:pPr>
            <a:r>
              <a:rPr sz="1800">
                <a:latin typeface="맑은 고딕" charset="0"/>
                <a:ea typeface="맑은 고딕" charset="0"/>
              </a:rPr>
              <a:t>가격</a:t>
            </a:r>
            <a:r>
              <a:rPr lang="ko-KR" sz="1800">
                <a:latin typeface="맑은 고딕" charset="0"/>
                <a:ea typeface="맑은 고딕" charset="0"/>
              </a:rPr>
              <a:t> 예측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10" name="Rect 0"/>
          <p:cNvSpPr txBox="1">
            <a:spLocks/>
          </p:cNvSpPr>
          <p:nvPr/>
        </p:nvSpPr>
        <p:spPr>
          <a:xfrm rot="0">
            <a:off x="4622165" y="2428875"/>
            <a:ext cx="3990340" cy="463550"/>
          </a:xfrm>
          <a:prstGeom prst="rect"/>
          <a:noFill/>
          <a:ln w="0" cap="flat" cmpd="sng">
            <a:solidFill>
              <a:srgbClr val="FFFFFF">
                <a:alpha val="100000"/>
              </a:srgbClr>
            </a:solidFill>
            <a:prstDash val="solid"/>
          </a:ln>
        </p:spPr>
        <p:txBody>
          <a:bodyPr wrap="square" lIns="89535" tIns="46355" rIns="89535" bIns="46355" numCol="1" vert="horz" anchor="t">
            <a:spAutoFit/>
          </a:bodyPr>
          <a:lstStyle/>
          <a:p>
            <a:pPr marL="0" indent="0" algn="l" hangingPunct="1">
              <a:buFontTx/>
              <a:buNone/>
            </a:pPr>
            <a:r>
              <a:rPr sz="1200" i="0" b="0">
                <a:solidFill>
                  <a:schemeClr val="bg1"/>
                </a:solidFill>
                <a:latin typeface="Segoe UI Emoji" charset="0"/>
                <a:ea typeface="ui-sans-serif" charset="0"/>
              </a:rPr>
              <a:t>도/소매가 분석과 날씨 데이터를 연동하여 정확한 가격예</a:t>
            </a:r>
            <a:r>
              <a:rPr lang="ko-KR" sz="1200" i="0" b="0">
                <a:solidFill>
                  <a:schemeClr val="bg1"/>
                </a:solidFill>
                <a:latin typeface="Segoe UI Emoji" charset="0"/>
                <a:ea typeface="ui-sans-serif" charset="0"/>
              </a:rPr>
              <a:t>측하기!</a:t>
            </a:r>
            <a:endParaRPr lang="ko-KR" altLang="en-US" sz="1200" i="0" b="0">
              <a:solidFill>
                <a:schemeClr val="bg1"/>
              </a:solidFill>
              <a:latin typeface="Segoe UI Emoji" charset="0"/>
              <a:ea typeface="ui-sans-serif" charset="0"/>
            </a:endParaRPr>
          </a:p>
        </p:txBody>
      </p:sp>
      <p:sp>
        <p:nvSpPr>
          <p:cNvPr id="11" name="도형 39"/>
          <p:cNvSpPr>
            <a:spLocks/>
          </p:cNvSpPr>
          <p:nvPr/>
        </p:nvSpPr>
        <p:spPr>
          <a:xfrm rot="0">
            <a:off x="8801100" y="1904365"/>
            <a:ext cx="1670050" cy="485140"/>
          </a:xfrm>
          <a:prstGeom prst="rect"/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numCol="1" vert="horz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rPr lang="ko-KR" sz="1800">
                <a:latin typeface="맑은 고딕" charset="0"/>
                <a:ea typeface="맑은 고딕" charset="0"/>
              </a:rPr>
              <a:t>가격예측실행버튼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14" name="도형 3"/>
          <p:cNvSpPr>
            <a:spLocks/>
          </p:cNvSpPr>
          <p:nvPr/>
        </p:nvSpPr>
        <p:spPr>
          <a:xfrm rot="0">
            <a:off x="5381625" y="3110230"/>
            <a:ext cx="4078605" cy="1235075"/>
          </a:xfrm>
          <a:prstGeom prst="rect"/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vert="horz" anchor="ctr">
            <a:noAutofit/>
          </a:bodyPr>
          <a:lstStyle/>
          <a:p>
            <a:pPr marL="0" indent="0" algn="ctr" hangingPunct="1"/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날씨데이터</a:t>
            </a:r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들의 </a:t>
            </a:r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모아서 차례대로 나오게끔 1</a:t>
            </a:r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s</a:t>
            </a:r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t/2</a:t>
            </a:r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n</a:t>
            </a:r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d/3</a:t>
            </a:r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r</a:t>
            </a:r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d/</a:t>
            </a:r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4</a:t>
            </a:r>
            <a:r>
              <a:rPr lang="ko-KR" sz="1800" baseline="30000">
                <a:solidFill>
                  <a:schemeClr val="tx1"/>
                </a:solidFill>
                <a:latin typeface="맑은 고딕" charset="0"/>
                <a:ea typeface="맑은 고딕" charset="0"/>
              </a:rPr>
              <a:t>th</a:t>
            </a:r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 순으로!</a:t>
            </a:r>
            <a:endParaRPr lang="ko-KR" altLang="en-US" sz="1800">
              <a:solidFill>
                <a:schemeClr val="tx1"/>
              </a:solidFill>
              <a:latin typeface="맑은 고딕" charset="0"/>
              <a:ea typeface="맑은 고딕" charset="0"/>
            </a:endParaRPr>
          </a:p>
        </p:txBody>
      </p:sp>
      <p:sp>
        <p:nvSpPr>
          <p:cNvPr id="15" name="도형 5"/>
          <p:cNvSpPr>
            <a:spLocks/>
          </p:cNvSpPr>
          <p:nvPr/>
        </p:nvSpPr>
        <p:spPr>
          <a:xfrm>
            <a:off x="5372100" y="4443095"/>
            <a:ext cx="4128770" cy="1353820"/>
          </a:xfrm>
          <a:prstGeom prst="rect"/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numCol="1" vert="horz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rPr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도/소매가 시</a:t>
            </a:r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기별 분석 / 최적 판매 </a:t>
            </a:r>
            <a:endParaRPr lang="ko-KR" altLang="en-US" sz="1800">
              <a:solidFill>
                <a:schemeClr val="tx1"/>
              </a:solidFill>
              <a:latin typeface="맑은 고딕" charset="0"/>
              <a:ea typeface="맑은 고딕" charset="0"/>
            </a:endParaRPr>
          </a:p>
          <a:p>
            <a:pPr marL="0" indent="0" algn="ctr" hangingPunct="1">
              <a:buFontTx/>
              <a:buNone/>
            </a:pPr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시기 알림데이터들이 같이나오게!</a:t>
            </a:r>
            <a:endParaRPr lang="ko-KR" altLang="en-US" sz="1800">
              <a:solidFill>
                <a:schemeClr val="tx1"/>
              </a:solidFill>
              <a:latin typeface="맑은 고딕" charset="0"/>
              <a:ea typeface="맑은 고딕" charset="0"/>
            </a:endParaRPr>
          </a:p>
        </p:txBody>
      </p:sp>
      <p:sp>
        <p:nvSpPr>
          <p:cNvPr id="16" name="도형 43"/>
          <p:cNvSpPr>
            <a:spLocks/>
          </p:cNvSpPr>
          <p:nvPr/>
        </p:nvSpPr>
        <p:spPr>
          <a:xfrm rot="0">
            <a:off x="1115695" y="1026795"/>
            <a:ext cx="9401810" cy="800735"/>
          </a:xfrm>
          <a:prstGeom prst="rect"/>
          <a:solidFill>
            <a:schemeClr val="bg1"/>
          </a:solidFill>
          <a:ln w="12700" cap="flat" cmpd="sng">
            <a:solidFill>
              <a:schemeClr val="tx1">
                <a:alpha val="10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numCol="1" vert="horz" anchor="ctr">
            <a:noAutofit/>
          </a:bodyPr>
          <a:lstStyle/>
          <a:p>
            <a:pPr marL="0" indent="0" algn="ctr" hangingPunct="1">
              <a:buFontTx/>
              <a:buNone/>
            </a:pP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17" name="도형 44"/>
          <p:cNvSpPr>
            <a:spLocks/>
          </p:cNvSpPr>
          <p:nvPr/>
        </p:nvSpPr>
        <p:spPr>
          <a:xfrm rot="0">
            <a:off x="6802755" y="1253490"/>
            <a:ext cx="2204085" cy="446405"/>
          </a:xfrm>
          <a:prstGeom prst="rect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numCol="1" vert="horz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rPr lang="ko-KR" sz="1800">
                <a:latin typeface="맑은 고딕" charset="0"/>
                <a:ea typeface="맑은 고딕" charset="0"/>
              </a:rPr>
              <a:t>Snss님 반갑습니다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18" name="도형 45"/>
          <p:cNvSpPr>
            <a:spLocks/>
          </p:cNvSpPr>
          <p:nvPr/>
        </p:nvSpPr>
        <p:spPr>
          <a:xfrm rot="0">
            <a:off x="9133205" y="1233805"/>
            <a:ext cx="1147445" cy="466090"/>
          </a:xfrm>
          <a:prstGeom prst="rect"/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numCol="1" vert="horz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rPr sz="1800">
                <a:latin typeface="맑은 고딕" charset="0"/>
                <a:ea typeface="맑은 고딕" charset="0"/>
              </a:rPr>
              <a:t>로그아웃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19" name="도형 46"/>
          <p:cNvSpPr>
            <a:spLocks/>
          </p:cNvSpPr>
          <p:nvPr/>
        </p:nvSpPr>
        <p:spPr>
          <a:xfrm rot="0">
            <a:off x="1273810" y="1194435"/>
            <a:ext cx="1067435" cy="544830"/>
          </a:xfrm>
          <a:prstGeom prst="rect"/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numCol="1" vert="horz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rPr lang="ko-KR" sz="1800">
                <a:latin typeface="맑은 고딕" charset="0"/>
                <a:ea typeface="맑은 고딕" charset="0"/>
              </a:rPr>
              <a:t>Header logo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20" name="텍스트 상자 47"/>
          <p:cNvSpPr txBox="1">
            <a:spLocks/>
          </p:cNvSpPr>
          <p:nvPr/>
        </p:nvSpPr>
        <p:spPr>
          <a:xfrm rot="0">
            <a:off x="2586990" y="1244600"/>
            <a:ext cx="1094740" cy="370840"/>
          </a:xfrm>
          <a:prstGeom prst="rect"/>
          <a:noFill/>
          <a:ln w="0" cap="flat" cmpd="sng">
            <a:solidFill>
              <a:srgbClr val="FFFFFF">
                <a:alpha val="100000"/>
              </a:srgbClr>
            </a:solidFill>
            <a:prstDash val="solid"/>
          </a:ln>
        </p:spPr>
        <p:txBody>
          <a:bodyPr wrap="none" lIns="89535" tIns="46355" rIns="89535" bIns="46355" numCol="1" vert="horz" anchor="t">
            <a:spAutoFit/>
          </a:bodyPr>
          <a:lstStyle/>
          <a:p>
            <a:pPr marL="0" indent="0" algn="l" hangingPunct="1">
              <a:buFontTx/>
              <a:buNone/>
            </a:pPr>
            <a:r>
              <a:rPr lang="ko-KR" sz="1800">
                <a:latin typeface="맑은 고딕" charset="0"/>
                <a:ea typeface="맑은 고딕" charset="0"/>
              </a:rPr>
              <a:t>대시보드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21" name="텍스트 상자 48"/>
          <p:cNvSpPr txBox="1">
            <a:spLocks/>
          </p:cNvSpPr>
          <p:nvPr/>
        </p:nvSpPr>
        <p:spPr>
          <a:xfrm rot="0">
            <a:off x="3685540" y="1256665"/>
            <a:ext cx="1403985" cy="370840"/>
          </a:xfrm>
          <a:prstGeom prst="rect"/>
          <a:noFill/>
          <a:ln w="0" cap="flat" cmpd="sng">
            <a:solidFill>
              <a:srgbClr val="FFFFFF">
                <a:alpha val="100000"/>
              </a:srgbClr>
            </a:solidFill>
            <a:prstDash val="solid"/>
          </a:ln>
        </p:spPr>
        <p:txBody>
          <a:bodyPr wrap="none" lIns="89535" tIns="46355" rIns="89535" bIns="46355" numCol="1" vert="horz" anchor="t">
            <a:spAutoFit/>
          </a:bodyPr>
          <a:lstStyle/>
          <a:p>
            <a:pPr marL="0" indent="0" algn="l" hangingPunct="1">
              <a:buFontTx/>
              <a:buNone/>
            </a:pPr>
            <a:r>
              <a:rPr lang="ko-KR" sz="1800">
                <a:latin typeface="맑은 고딕" charset="0"/>
                <a:ea typeface="맑은 고딕" charset="0"/>
              </a:rPr>
              <a:t>데이터 분석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22" name="텍스트 상자 49"/>
          <p:cNvSpPr txBox="1">
            <a:spLocks/>
          </p:cNvSpPr>
          <p:nvPr/>
        </p:nvSpPr>
        <p:spPr>
          <a:xfrm rot="0">
            <a:off x="5060950" y="1239520"/>
            <a:ext cx="1175385" cy="370840"/>
          </a:xfrm>
          <a:prstGeom prst="rect"/>
          <a:noFill/>
          <a:ln w="0" cap="flat" cmpd="sng">
            <a:solidFill>
              <a:srgbClr val="FFFFFF">
                <a:alpha val="100000"/>
              </a:srgbClr>
            </a:solidFill>
            <a:prstDash val="solid"/>
          </a:ln>
        </p:spPr>
        <p:txBody>
          <a:bodyPr wrap="none" lIns="89535" tIns="46355" rIns="89535" bIns="46355" numCol="1" vert="horz" anchor="t">
            <a:spAutoFit/>
          </a:bodyPr>
          <a:lstStyle/>
          <a:p>
            <a:pPr marL="0" indent="0" algn="l" hangingPunct="1">
              <a:buFontTx/>
              <a:buNone/>
            </a:pPr>
            <a:r>
              <a:rPr sz="1800">
                <a:latin typeface="맑은 고딕" charset="0"/>
                <a:ea typeface="맑은 고딕" charset="0"/>
              </a:rPr>
              <a:t>가격</a:t>
            </a:r>
            <a:r>
              <a:rPr lang="ko-KR" sz="1800">
                <a:latin typeface="맑은 고딕" charset="0"/>
                <a:ea typeface="맑은 고딕" charset="0"/>
              </a:rPr>
              <a:t> 예측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Polaris Office Slide</Application>
  <AppVersion>12.000</AppVersion>
  <Characters>0</Characters>
  <CharactersWithSpaces>0</CharactersWithSpaces>
  <DocSecurity>0</DocSecurity>
  <HyperlinksChanged>false</HyperlinksChanged>
  <Lines>0</Lines>
  <LinksUpToDate>false</LinksUpToDate>
  <Pages>5</Pages>
  <Paragraphs>1</Paragraphs>
  <Words>1</Words>
  <TotalTime>0</TotalTime>
  <MMClips>0</MMClips>
  <ScaleCrop>false</ScaleCrop>
  <HeadingPairs>
    <vt:vector size="2" baseType="variant">
      <vt:variant>
        <vt:lpstr>Title</vt:lpstr>
      </vt:variant>
      <vt:variant>
        <vt:i4>1</vt:i4>
      </vt:variant>
    </vt:vector>
  </HeadingPairs>
  <TitlesOfParts>
    <vt:vector size="1" baseType="lpstr">
      <vt:lpstr>Title text</vt:lpstr>
    </vt:vector>
  </TitlesOfParts>
  <SharedDoc>false</SharedDoc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revision>3</cp:revision>
  <dc:creator>kim james</dc:creator>
  <cp:lastModifiedBy>kim james</cp:lastModifiedBy>
  <dc:title>PowerPoint 프레젠테이션</dc:title>
  <cp:version>10.105.298.56155</cp:version>
</cp:coreProperties>
</file>