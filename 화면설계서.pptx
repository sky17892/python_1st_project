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66" r:id="rId13"/>
  </p:sldMasterIdLst>
  <p:notesMasterIdLst>
    <p:notesMasterId r:id="rId17"/>
  </p:notesMasterIdLst>
  <p:handoutMasterIdLst>
    <p:handoutMasterId r:id="rId15"/>
  </p:handoutMasterIdLst>
  <p:sldIdLst>
    <p:sldId id="256" r:id="rId19"/>
    <p:sldId id="257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8001" autoAdjust="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9" d="100"/>
          <a:sy n="79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3" Type="http://schemas.openxmlformats.org/officeDocument/2006/relationships/slideMaster" Target="slideMasters/slideMaster1.xml"></Relationship><Relationship Id="rId14" Type="http://schemas.openxmlformats.org/officeDocument/2006/relationships/theme" Target="theme/theme1.xml"></Relationship><Relationship Id="rId15" Type="http://schemas.openxmlformats.org/officeDocument/2006/relationships/handoutMaster" Target="handoutMasters/handoutMaster1.xml"></Relationship><Relationship Id="rId17" Type="http://schemas.openxmlformats.org/officeDocument/2006/relationships/notesMaster" Target="notesMasters/notesMaster1.xml"></Relationship><Relationship Id="rId19" Type="http://schemas.openxmlformats.org/officeDocument/2006/relationships/slide" Target="slides/slide1.xml"></Relationship><Relationship Id="rId21" Type="http://schemas.openxmlformats.org/officeDocument/2006/relationships/slide" Target="slides/slide2.xml"></Relationship><Relationship Id="rId22" Type="http://schemas.openxmlformats.org/officeDocument/2006/relationships/viewProps" Target="viewProps.xml"></Relationship><Relationship Id="rId23" Type="http://schemas.openxmlformats.org/officeDocument/2006/relationships/presProps" Target="presProps.xml"></Relationship></Relationships>
</file>

<file path=ppt/handoutMasters/_rels/handout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3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471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59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65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481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07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917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046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47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598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576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14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494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635" cy="2388235"/>
          </a:xfrm>
        </p:spPr>
        <p:txBody>
          <a:bodyPr wrap="square" lIns="91440" tIns="45720" rIns="91440" bIns="45720" numCol="1" vert="horz" anchor="b">
            <a:normAutofit fontScale="100000" lnSpcReduction="0"/>
          </a:bodyPr>
          <a:lstStyle/>
          <a:p>
            <a:pPr marL="0" indent="0">
              <a:buFontTx/>
              <a:buNone/>
            </a:pPr>
            <a:r>
              <a:rPr lang="ko-KR" altLang="en-US"/>
              <a:t>화면설계서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2"/>
          <p:cNvSpPr>
            <a:spLocks/>
          </p:cNvSpPr>
          <p:nvPr/>
        </p:nvSpPr>
        <p:spPr>
          <a:xfrm rot="0">
            <a:off x="1125855" y="1016635"/>
            <a:ext cx="9411335" cy="497840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2</Pages>
  <Paragraphs>1</Paragraphs>
  <Words>1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kim james</dc:creator>
  <cp:lastModifiedBy>kim james</cp:lastModifiedBy>
  <dc:title>PowerPoint 프레젠테이션</dc:title>
  <cp:version>10.105.298.56155</cp:version>
</cp:coreProperties>
</file>