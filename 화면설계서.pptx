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handoutMasters/handoutMaster1.xml" ContentType="application/vnd.openxmlformats-officedocument.presentationml.handoutMaster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4" Type="http://schemas.openxmlformats.org/package/2006/relationships/metadata/thumbnail" Target="docProps/thumbnail.jpeg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>
  <p:sldMasterIdLst>
    <p:sldMasterId id="2147483673" r:id="rId13"/>
  </p:sldMasterIdLst>
  <p:notesMasterIdLst>
    <p:notesMasterId r:id="rId17"/>
  </p:notesMasterIdLst>
  <p:handoutMasterIdLst>
    <p:handoutMasterId r:id="rId15"/>
  </p:handoutMasterIdLst>
  <p:sldIdLst>
    <p:sldId id="256" r:id="rId19"/>
    <p:sldId id="257" r:id="rId21"/>
    <p:sldId id="258" r:id="rId22"/>
    <p:sldId id="259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 horzBarState="maximized">
    <p:restoredLeft sz="18001" autoAdjust="0"/>
    <p:restoredTop sz="94660"/>
  </p:normalViewPr>
  <p:slideViewPr>
    <p:cSldViewPr snapToGrid="0" snapToObjects="1">
      <p:cViewPr varScale="1">
        <p:scale>
          <a:sx n="88" d="100"/>
          <a:sy n="88" d="100"/>
        </p:scale>
        <p:origin x="96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79" d="100"/>
          <a:sy n="79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13" Type="http://schemas.openxmlformats.org/officeDocument/2006/relationships/slideMaster" Target="slideMasters/slideMaster1.xml"></Relationship><Relationship Id="rId14" Type="http://schemas.openxmlformats.org/officeDocument/2006/relationships/theme" Target="theme/theme1.xml"></Relationship><Relationship Id="rId15" Type="http://schemas.openxmlformats.org/officeDocument/2006/relationships/handoutMaster" Target="handoutMasters/handoutMaster1.xml"></Relationship><Relationship Id="rId17" Type="http://schemas.openxmlformats.org/officeDocument/2006/relationships/notesMaster" Target="notesMasters/notesMaster1.xml"></Relationship><Relationship Id="rId19" Type="http://schemas.openxmlformats.org/officeDocument/2006/relationships/slide" Target="slides/slide1.xml"></Relationship><Relationship Id="rId21" Type="http://schemas.openxmlformats.org/officeDocument/2006/relationships/slide" Target="slides/slide2.xml"></Relationship><Relationship Id="rId22" Type="http://schemas.openxmlformats.org/officeDocument/2006/relationships/slide" Target="slides/slide3.xml"></Relationship><Relationship Id="rId23" Type="http://schemas.openxmlformats.org/officeDocument/2006/relationships/slide" Target="slides/slide4.xml"></Relationship><Relationship Id="rId24" Type="http://schemas.openxmlformats.org/officeDocument/2006/relationships/viewProps" Target="viewProps.xml"></Relationship><Relationship Id="rId25" Type="http://schemas.openxmlformats.org/officeDocument/2006/relationships/presProps" Target="presProps.xml"></Relationship></Relationships>
</file>

<file path=ppt/handoutMasters/_rels/handout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9214C1-2863-45BA-A7C5-D5EA3C3D4C30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3020B9-F693-4639-BB27-7B1AD87C61A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64276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3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563C85-90F6-445D-9B5B-8ABB00FB3043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B16B34-ED2F-4269-81E8-097D50C9027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08175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1.xml"></Relationship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B16B34-ED2F-4269-81E8-097D50C90279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64566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64712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26598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7657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7481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0797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49173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0467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34778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2598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0576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01148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ED09F3-42FA-4000-BA19-9FDED2BD3142}" type="datetimeFigureOut">
              <a:rPr lang="ko-KR" altLang="en-US" smtClean="0"/>
              <a:t>2018-12-20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1169E2-93EA-4F50-8F12-231B5AD0A0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04946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
<Relationships xmlns="http://schemas.openxmlformats.org/package/2006/relationships"><Relationship Id="rId2" Type="http://schemas.openxmlformats.org/officeDocument/2006/relationships/notesSlide" Target="../notesSlides/notesSlide1.xml"></Relationship><Relationship Id="rId3" Type="http://schemas.openxmlformats.org/officeDocument/2006/relationships/slideLayout" Target="../slideLayouts/slideLayout1.xml"></Relationship></Relationships>
</file>

<file path=ppt/slides/_rels/slide2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3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_rels/slide4.xml.rels><?xml version="1.0" encoding="UTF-8"?>
<Relationships xmlns="http://schemas.openxmlformats.org/package/2006/relationships"><Relationship Id="rId1" Type="http://schemas.openxmlformats.org/officeDocument/2006/relationships/slideLayout" Target="../slideLayouts/slideLayout2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680"/>
            <a:ext cx="9144635" cy="2388235"/>
          </a:xfrm>
        </p:spPr>
        <p:txBody>
          <a:bodyPr wrap="square" lIns="91440" tIns="45720" rIns="91440" bIns="45720" numCol="1" vert="horz" anchor="b">
            <a:normAutofit fontScale="100000" lnSpcReduction="0"/>
          </a:bodyPr>
          <a:lstStyle/>
          <a:p>
            <a:pPr marL="0" indent="0">
              <a:buFontTx/>
              <a:buNone/>
            </a:pPr>
            <a:r>
              <a:rPr lang="ko-KR" altLang="en-US"/>
              <a:t>화면설계서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20316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도형 2"/>
          <p:cNvSpPr>
            <a:spLocks/>
          </p:cNvSpPr>
          <p:nvPr/>
        </p:nvSpPr>
        <p:spPr>
          <a:xfrm rot="0">
            <a:off x="1115695" y="1016635"/>
            <a:ext cx="9411335" cy="4978400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" name="텍스트 상자 5"/>
          <p:cNvSpPr txBox="1">
            <a:spLocks/>
          </p:cNvSpPr>
          <p:nvPr/>
        </p:nvSpPr>
        <p:spPr>
          <a:xfrm rot="0">
            <a:off x="1885315" y="1706880"/>
            <a:ext cx="2610485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스마트팜 </a:t>
            </a:r>
            <a:r>
              <a:rPr lang="ko-KR" sz="1800">
                <a:latin typeface="맑은 고딕" charset="0"/>
                <a:ea typeface="맑은 고딕" charset="0"/>
              </a:rPr>
              <a:t>A</a:t>
            </a:r>
            <a:r>
              <a:rPr lang="ko-KR" sz="1800">
                <a:latin typeface="맑은 고딕" charset="0"/>
                <a:ea typeface="맑은 고딕" charset="0"/>
              </a:rPr>
              <a:t>I</a:t>
            </a:r>
            <a:r>
              <a:rPr lang="ko-KR" sz="1800">
                <a:latin typeface="맑은 고딕" charset="0"/>
                <a:ea typeface="맑은 고딕" charset="0"/>
              </a:rPr>
              <a:t> 환경플랫폼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텍스트 상자 6"/>
          <p:cNvSpPr txBox="1">
            <a:spLocks/>
          </p:cNvSpPr>
          <p:nvPr/>
        </p:nvSpPr>
        <p:spPr>
          <a:xfrm rot="0">
            <a:off x="2082165" y="2429510"/>
            <a:ext cx="2089150" cy="147764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스마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트팜 대시보드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데이터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분석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가격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예측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" name="텍스트 상자 7"/>
          <p:cNvSpPr txBox="1">
            <a:spLocks/>
          </p:cNvSpPr>
          <p:nvPr/>
        </p:nvSpPr>
        <p:spPr>
          <a:xfrm rot="0">
            <a:off x="3850640" y="3505200"/>
            <a:ext cx="1174750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메뉴 분류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8" name="도형 8"/>
          <p:cNvCxnSpPr/>
          <p:nvPr/>
        </p:nvCxnSpPr>
        <p:spPr>
          <a:xfrm rot="0">
            <a:off x="3406775" y="3603625"/>
            <a:ext cx="484505" cy="69850"/>
          </a:xfrm>
          <a:prstGeom prst="straightConnector1"/>
          <a:ln w="6350" cap="flat" cmpd="sng">
            <a:prstDash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텍스트 상자 10"/>
          <p:cNvSpPr txBox="1">
            <a:spLocks/>
          </p:cNvSpPr>
          <p:nvPr/>
        </p:nvSpPr>
        <p:spPr>
          <a:xfrm rot="0">
            <a:off x="5243195" y="1797050"/>
            <a:ext cx="1094105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대시보드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텍스트 상자 12"/>
          <p:cNvSpPr txBox="1">
            <a:spLocks/>
          </p:cNvSpPr>
          <p:nvPr/>
        </p:nvSpPr>
        <p:spPr>
          <a:xfrm rot="0">
            <a:off x="5026660" y="2300605"/>
            <a:ext cx="3002280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스마트팜 현황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한눈에 보기!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1" name="도형 13"/>
          <p:cNvSpPr>
            <a:spLocks/>
          </p:cNvSpPr>
          <p:nvPr/>
        </p:nvSpPr>
        <p:spPr>
          <a:xfrm rot="0">
            <a:off x="5184140" y="2853690"/>
            <a:ext cx="879475" cy="65214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2" name="도형 15"/>
          <p:cNvSpPr>
            <a:spLocks/>
          </p:cNvSpPr>
          <p:nvPr/>
        </p:nvSpPr>
        <p:spPr>
          <a:xfrm rot="0">
            <a:off x="6381750" y="2856230"/>
            <a:ext cx="879475" cy="65214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3" name="도형 16"/>
          <p:cNvSpPr>
            <a:spLocks/>
          </p:cNvSpPr>
          <p:nvPr/>
        </p:nvSpPr>
        <p:spPr>
          <a:xfrm rot="0">
            <a:off x="7588885" y="2849245"/>
            <a:ext cx="879475" cy="65214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4" name="도형 17"/>
          <p:cNvSpPr>
            <a:spLocks/>
          </p:cNvSpPr>
          <p:nvPr/>
        </p:nvSpPr>
        <p:spPr>
          <a:xfrm rot="0">
            <a:off x="8786495" y="2851785"/>
            <a:ext cx="879475" cy="65214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5" name="텍스트 상자 18"/>
          <p:cNvSpPr txBox="1">
            <a:spLocks/>
          </p:cNvSpPr>
          <p:nvPr/>
        </p:nvSpPr>
        <p:spPr>
          <a:xfrm rot="0">
            <a:off x="5193665" y="2941955"/>
            <a:ext cx="306705" cy="25463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050" i="0" b="0">
                <a:latin typeface="Segoe UI Emoji" charset="0"/>
                <a:ea typeface="ui-sans-serif" charset="0"/>
              </a:rPr>
              <a:t>이번 달 예상 수확량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6" name="텍스트 상자 19"/>
          <p:cNvSpPr txBox="1">
            <a:spLocks/>
          </p:cNvSpPr>
          <p:nvPr/>
        </p:nvSpPr>
        <p:spPr>
          <a:xfrm rot="0">
            <a:off x="6391275" y="2983865"/>
            <a:ext cx="306705" cy="25463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050" i="0" b="0">
                <a:latin typeface="Segoe UI Emoji" charset="0"/>
                <a:ea typeface="ui-sans-serif" charset="0"/>
              </a:rPr>
              <a:t>평균 품질 점수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7" name="텍스트 상자 20"/>
          <p:cNvSpPr txBox="1">
            <a:spLocks/>
          </p:cNvSpPr>
          <p:nvPr/>
        </p:nvSpPr>
        <p:spPr>
          <a:xfrm rot="0">
            <a:off x="7578725" y="2907665"/>
            <a:ext cx="953770" cy="41592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050" i="0" b="0">
                <a:latin typeface="Segoe UI Emoji" charset="0"/>
                <a:ea typeface="ui-sans-serif" charset="0"/>
              </a:rPr>
              <a:t>재배식물</a:t>
            </a:r>
            <a:r>
              <a:rPr sz="1050" i="0" b="0">
                <a:latin typeface="Segoe UI Emoji" charset="0"/>
                <a:ea typeface="ui-sans-serif" charset="0"/>
              </a:rPr>
              <a:t> 현재가 (소매)</a:t>
            </a:r>
            <a:endParaRPr lang="ko-KR" altLang="en-US" sz="1100">
              <a:latin typeface="맑은 고딕" charset="0"/>
              <a:ea typeface="맑은 고딕" charset="0"/>
            </a:endParaRPr>
          </a:p>
        </p:txBody>
      </p:sp>
      <p:sp>
        <p:nvSpPr>
          <p:cNvPr id="18" name="텍스트 상자 21"/>
          <p:cNvSpPr txBox="1">
            <a:spLocks/>
          </p:cNvSpPr>
          <p:nvPr/>
        </p:nvSpPr>
        <p:spPr>
          <a:xfrm rot="0">
            <a:off x="8813165" y="2986405"/>
            <a:ext cx="245745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050" i="0" b="0">
                <a:latin typeface="Segoe UI Emoji" charset="0"/>
                <a:ea typeface="ui-sans-serif" charset="0"/>
              </a:rPr>
              <a:t>예측 수익률</a:t>
            </a:r>
            <a:r>
              <a:rPr lang="ko-KR" sz="1800">
                <a:latin typeface="맑은 고딕" charset="0"/>
                <a:ea typeface="맑은 고딕" charset="0"/>
              </a:rPr>
              <a:t>!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9" name="도형 22"/>
          <p:cNvSpPr>
            <a:spLocks/>
          </p:cNvSpPr>
          <p:nvPr/>
        </p:nvSpPr>
        <p:spPr>
          <a:xfrm rot="0">
            <a:off x="5105400" y="3761740"/>
            <a:ext cx="2469515" cy="111633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0" name="도형 24"/>
          <p:cNvSpPr>
            <a:spLocks/>
          </p:cNvSpPr>
          <p:nvPr/>
        </p:nvSpPr>
        <p:spPr>
          <a:xfrm rot="0">
            <a:off x="7853045" y="3764280"/>
            <a:ext cx="2469515" cy="1116330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1" name="텍스트 상자 25"/>
          <p:cNvSpPr txBox="1">
            <a:spLocks/>
          </p:cNvSpPr>
          <p:nvPr/>
        </p:nvSpPr>
        <p:spPr>
          <a:xfrm rot="0">
            <a:off x="5441315" y="3909695"/>
            <a:ext cx="1403350" cy="370205"/>
          </a:xfrm>
          <a:prstGeom prst="rect"/>
          <a:noFill/>
          <a:ln>
            <a:noFill/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생산량 </a:t>
            </a:r>
            <a:r>
              <a:rPr lang="ko-KR" sz="1800">
                <a:latin typeface="맑은 고딕" charset="0"/>
                <a:ea typeface="맑은 고딕" charset="0"/>
              </a:rPr>
              <a:t>추이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2" name="텍스트 상자 26"/>
          <p:cNvSpPr txBox="1">
            <a:spLocks/>
          </p:cNvSpPr>
          <p:nvPr/>
        </p:nvSpPr>
        <p:spPr>
          <a:xfrm rot="0">
            <a:off x="5243830" y="4284980"/>
            <a:ext cx="1930400" cy="64706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막대그래프 </a:t>
            </a:r>
            <a:r>
              <a:rPr lang="ko-KR" sz="1800">
                <a:latin typeface="맑은 고딕" charset="0"/>
                <a:ea typeface="맑은 고딕" charset="0"/>
              </a:rPr>
              <a:t>그림</a:t>
            </a:r>
            <a:r>
              <a:rPr lang="ko-KR" sz="1800">
                <a:latin typeface="맑은 고딕" charset="0"/>
                <a:ea typeface="맑은 고딕" charset="0"/>
              </a:rPr>
              <a:t>(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>
              <a:buFontTx/>
              <a:buNone/>
            </a:pP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생산량 (kg)</a:t>
            </a: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,</a:t>
            </a:r>
            <a:r>
              <a:rPr lang="ko-KR"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 </a:t>
            </a: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품질 점수</a:t>
            </a:r>
            <a:r>
              <a:rPr lang="ko-KR" sz="1800">
                <a:latin typeface="맑은 고딕" charset="0"/>
                <a:ea typeface="맑은 고딕" charset="0"/>
              </a:rPr>
              <a:t>)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3" name="텍스트 상자 29"/>
          <p:cNvSpPr txBox="1">
            <a:spLocks/>
          </p:cNvSpPr>
          <p:nvPr/>
        </p:nvSpPr>
        <p:spPr>
          <a:xfrm rot="0">
            <a:off x="8050530" y="3912235"/>
            <a:ext cx="204216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latin typeface="맑은 고딕" charset="0"/>
                <a:ea typeface="맑은 고딕" charset="0"/>
              </a:rPr>
              <a:t>토마토 </a:t>
            </a:r>
            <a:r>
              <a:rPr lang="ko-KR"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</a:t>
            </a:r>
            <a:r>
              <a:rPr lang="ko-KR" sz="1800">
                <a:latin typeface="맑은 고딕" charset="0"/>
                <a:ea typeface="맑은 고딕" charset="0"/>
              </a:rPr>
              <a:t>추이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4" name="텍스트 상자 30"/>
          <p:cNvSpPr txBox="1">
            <a:spLocks/>
          </p:cNvSpPr>
          <p:nvPr/>
        </p:nvSpPr>
        <p:spPr>
          <a:xfrm rot="0">
            <a:off x="7961630" y="4228465"/>
            <a:ext cx="2239645" cy="64706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>
              <a:buFontTx/>
              <a:buNone/>
            </a:pPr>
            <a:r>
              <a:rPr lang="ko-KR" sz="1800">
                <a:latin typeface="맑은 고딕" charset="0"/>
                <a:ea typeface="맑은 고딕" charset="0"/>
              </a:rPr>
              <a:t>꺽은선 그래프 </a:t>
            </a:r>
            <a:r>
              <a:rPr lang="ko-KR" sz="1800">
                <a:latin typeface="맑은 고딕" charset="0"/>
                <a:ea typeface="맑은 고딕" charset="0"/>
              </a:rPr>
              <a:t>그림</a:t>
            </a:r>
            <a:r>
              <a:rPr lang="ko-KR" sz="1800">
                <a:latin typeface="맑은 고딕" charset="0"/>
                <a:ea typeface="맑은 고딕" charset="0"/>
              </a:rPr>
              <a:t>(</a:t>
            </a:r>
            <a:endParaRPr lang="ko-KR" altLang="en-US" sz="1800">
              <a:latin typeface="맑은 고딕" charset="0"/>
              <a:ea typeface="맑은 고딕" charset="0"/>
            </a:endParaRPr>
          </a:p>
          <a:p>
            <a:pPr marL="0" indent="0">
              <a:buFontTx/>
              <a:buNone/>
            </a:pP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도매가 (원/kg)</a:t>
            </a: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,</a:t>
            </a:r>
            <a:r>
              <a:rPr lang="ko-KR"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 </a:t>
            </a:r>
            <a:r>
              <a:rPr sz="1200" i="0" b="0">
                <a:solidFill>
                  <a:schemeClr val="tx1"/>
                </a:solidFill>
                <a:latin typeface="Segoe UI Emoji" charset="0"/>
                <a:ea typeface="ui-sans-serif" charset="0"/>
              </a:rPr>
              <a:t>소매가 (원/kg</a:t>
            </a:r>
            <a:r>
              <a:rPr lang="ko-KR" sz="1800">
                <a:latin typeface="맑은 고딕" charset="0"/>
                <a:ea typeface="맑은 고딕" charset="0"/>
              </a:rPr>
              <a:t>)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5" name="도형 31"/>
          <p:cNvSpPr>
            <a:spLocks/>
          </p:cNvSpPr>
          <p:nvPr/>
        </p:nvSpPr>
        <p:spPr>
          <a:xfrm rot="0">
            <a:off x="5668010" y="4975860"/>
            <a:ext cx="3279140" cy="85026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재배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현황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수확까지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일/날짜로 표시하기(</a:t>
            </a:r>
            <a:r>
              <a:rPr sz="1100" i="0" b="0">
                <a:solidFill>
                  <a:srgbClr val="000000"/>
                </a:solidFill>
                <a:latin typeface="Arial" charset="0"/>
                <a:ea typeface="Arial" charset="0"/>
                <a:sym typeface="맑은 고딕" charset="0"/>
              </a:rPr>
              <a:t>딸기, 방울토마토, 파프리카, 토마토, 오이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)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26" name="도형 40"/>
          <p:cNvSpPr>
            <a:spLocks/>
          </p:cNvSpPr>
          <p:nvPr/>
        </p:nvSpPr>
        <p:spPr>
          <a:xfrm rot="0">
            <a:off x="6339205" y="1342390"/>
            <a:ext cx="2202815" cy="445135"/>
          </a:xfrm>
          <a:prstGeom prst="rect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latin typeface="맑은 고딕" charset="0"/>
                <a:ea typeface="맑은 고딕" charset="0"/>
              </a:rPr>
              <a:t>S</a:t>
            </a:r>
            <a:r>
              <a:rPr lang="ko-KR" sz="1800">
                <a:latin typeface="맑은 고딕" charset="0"/>
                <a:ea typeface="맑은 고딕" charset="0"/>
              </a:rPr>
              <a:t>nss</a:t>
            </a:r>
            <a:r>
              <a:rPr lang="ko-KR" sz="1800">
                <a:latin typeface="맑은 고딕" charset="0"/>
                <a:ea typeface="맑은 고딕" charset="0"/>
              </a:rPr>
              <a:t>님 </a:t>
            </a:r>
            <a:r>
              <a:rPr lang="ko-KR" sz="1800">
                <a:latin typeface="맑은 고딕" charset="0"/>
                <a:ea typeface="맑은 고딕" charset="0"/>
              </a:rPr>
              <a:t>반갑</a:t>
            </a:r>
            <a:r>
              <a:rPr lang="ko-KR" sz="1800">
                <a:latin typeface="맑은 고딕" charset="0"/>
                <a:ea typeface="맑은 고딕" charset="0"/>
              </a:rPr>
              <a:t>습니</a:t>
            </a:r>
            <a:r>
              <a:rPr lang="ko-KR" sz="1800">
                <a:latin typeface="맑은 고딕" charset="0"/>
                <a:ea typeface="맑은 고딕" charset="0"/>
              </a:rPr>
              <a:t>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27" name="도형 41"/>
          <p:cNvSpPr>
            <a:spLocks/>
          </p:cNvSpPr>
          <p:nvPr/>
        </p:nvSpPr>
        <p:spPr>
          <a:xfrm rot="0">
            <a:off x="8669655" y="1322705"/>
            <a:ext cx="1146175" cy="46482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sz="1800">
                <a:latin typeface="맑은 고딕" charset="0"/>
                <a:ea typeface="맑은 고딕" charset="0"/>
              </a:rPr>
              <a:t>로그인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0"/>
          <p:cNvSpPr>
            <a:spLocks/>
          </p:cNvSpPr>
          <p:nvPr/>
        </p:nvSpPr>
        <p:spPr>
          <a:xfrm rot="0">
            <a:off x="1136015" y="1016635"/>
            <a:ext cx="9411335" cy="4978400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" name="Rect 0"/>
          <p:cNvSpPr txBox="1">
            <a:spLocks/>
          </p:cNvSpPr>
          <p:nvPr/>
        </p:nvSpPr>
        <p:spPr>
          <a:xfrm rot="0">
            <a:off x="1885315" y="1706880"/>
            <a:ext cx="2610485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스마트팜 </a:t>
            </a:r>
            <a:r>
              <a:rPr lang="ko-KR" sz="1800">
                <a:latin typeface="맑은 고딕" charset="0"/>
                <a:ea typeface="맑은 고딕" charset="0"/>
              </a:rPr>
              <a:t>A</a:t>
            </a:r>
            <a:r>
              <a:rPr lang="ko-KR" sz="1800">
                <a:latin typeface="맑은 고딕" charset="0"/>
                <a:ea typeface="맑은 고딕" charset="0"/>
              </a:rPr>
              <a:t>I</a:t>
            </a:r>
            <a:r>
              <a:rPr lang="ko-KR" sz="1800">
                <a:latin typeface="맑은 고딕" charset="0"/>
                <a:ea typeface="맑은 고딕" charset="0"/>
              </a:rPr>
              <a:t> 환경플랫폼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Rect 0"/>
          <p:cNvSpPr txBox="1">
            <a:spLocks/>
          </p:cNvSpPr>
          <p:nvPr/>
        </p:nvSpPr>
        <p:spPr>
          <a:xfrm rot="0">
            <a:off x="2082165" y="2429510"/>
            <a:ext cx="2089150" cy="147764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스마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트팜 대시보드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데이터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분석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가격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예측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" name="Rect 0"/>
          <p:cNvSpPr txBox="1">
            <a:spLocks/>
          </p:cNvSpPr>
          <p:nvPr/>
        </p:nvSpPr>
        <p:spPr>
          <a:xfrm rot="0">
            <a:off x="3850640" y="3505200"/>
            <a:ext cx="117475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메뉴 분류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8" name="Rect 0"/>
          <p:cNvCxnSpPr/>
          <p:nvPr/>
        </p:nvCxnSpPr>
        <p:spPr>
          <a:xfrm rot="0">
            <a:off x="3406775" y="3603625"/>
            <a:ext cx="484505" cy="69850"/>
          </a:xfrm>
          <a:prstGeom prst="straightConnector1"/>
          <a:ln w="6350" cap="flat" cmpd="sng">
            <a:prstDash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Rect 0"/>
          <p:cNvSpPr txBox="1">
            <a:spLocks/>
          </p:cNvSpPr>
          <p:nvPr/>
        </p:nvSpPr>
        <p:spPr>
          <a:xfrm rot="0">
            <a:off x="5243195" y="1797050"/>
            <a:ext cx="140335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데이터 </a:t>
            </a:r>
            <a:r>
              <a:rPr sz="1800">
                <a:latin typeface="맑은 고딕" charset="0"/>
                <a:ea typeface="맑은 고딕" charset="0"/>
              </a:rPr>
              <a:t>분석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Rect 0"/>
          <p:cNvSpPr txBox="1">
            <a:spLocks/>
          </p:cNvSpPr>
          <p:nvPr/>
        </p:nvSpPr>
        <p:spPr>
          <a:xfrm rot="0">
            <a:off x="5095875" y="2240915"/>
            <a:ext cx="3989705" cy="278130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축적된 농가 데이터를 분석하여 최적 환경</a:t>
            </a:r>
            <a:r>
              <a:rPr lang="ko-KR"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 </a:t>
            </a:r>
            <a:r>
              <a:rPr lang="ko-KR"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추천</a:t>
            </a:r>
            <a:r>
              <a:rPr lang="ko-KR"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서비스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1" name="도형 35"/>
          <p:cNvSpPr>
            <a:spLocks/>
          </p:cNvSpPr>
          <p:nvPr/>
        </p:nvSpPr>
        <p:spPr>
          <a:xfrm rot="0">
            <a:off x="5509895" y="2705100"/>
            <a:ext cx="3615055" cy="929005"/>
          </a:xfrm>
          <a:prstGeom prst="rect"/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데이터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업로드(환경데이터,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생육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데이터,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생산량데이터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 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-ㅡ csv나 xl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s</a:t>
            </a:r>
            <a:r>
              <a:rPr lang="ko-KR" sz="1800">
                <a:solidFill>
                  <a:schemeClr val="tx1"/>
                </a:solidFill>
                <a:latin typeface="맑은 고딕" charset="0"/>
                <a:ea typeface="맑은 고딕" charset="0"/>
              </a:rPr>
              <a:t>x파일들)</a:t>
            </a:r>
            <a:endParaRPr lang="ko-KR" altLang="en-US" sz="1800">
              <a:solidFill>
                <a:schemeClr val="tx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2" name="도형 37"/>
          <p:cNvSpPr>
            <a:spLocks/>
          </p:cNvSpPr>
          <p:nvPr/>
        </p:nvSpPr>
        <p:spPr>
          <a:xfrm rot="0">
            <a:off x="9044940" y="2073275"/>
            <a:ext cx="1363345" cy="484505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latin typeface="맑은 고딕" charset="0"/>
                <a:ea typeface="맑은 고딕" charset="0"/>
              </a:rPr>
              <a:t>ai분석버튼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3" name="도형 46"/>
          <p:cNvSpPr>
            <a:spLocks/>
          </p:cNvSpPr>
          <p:nvPr/>
        </p:nvSpPr>
        <p:spPr>
          <a:xfrm rot="0">
            <a:off x="6339205" y="1342390"/>
            <a:ext cx="2202815" cy="445135"/>
          </a:xfrm>
          <a:prstGeom prst="rect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latin typeface="맑은 고딕" charset="0"/>
                <a:ea typeface="맑은 고딕" charset="0"/>
              </a:rPr>
              <a:t>S</a:t>
            </a:r>
            <a:r>
              <a:rPr lang="ko-KR" sz="1800">
                <a:latin typeface="맑은 고딕" charset="0"/>
                <a:ea typeface="맑은 고딕" charset="0"/>
              </a:rPr>
              <a:t>nss</a:t>
            </a:r>
            <a:r>
              <a:rPr lang="ko-KR" sz="1800">
                <a:latin typeface="맑은 고딕" charset="0"/>
                <a:ea typeface="맑은 고딕" charset="0"/>
              </a:rPr>
              <a:t>님 </a:t>
            </a:r>
            <a:r>
              <a:rPr lang="ko-KR" sz="1800">
                <a:latin typeface="맑은 고딕" charset="0"/>
                <a:ea typeface="맑은 고딕" charset="0"/>
              </a:rPr>
              <a:t>반갑</a:t>
            </a:r>
            <a:r>
              <a:rPr lang="ko-KR" sz="1800">
                <a:latin typeface="맑은 고딕" charset="0"/>
                <a:ea typeface="맑은 고딕" charset="0"/>
              </a:rPr>
              <a:t>습니</a:t>
            </a:r>
            <a:r>
              <a:rPr lang="ko-KR" sz="1800">
                <a:latin typeface="맑은 고딕" charset="0"/>
                <a:ea typeface="맑은 고딕" charset="0"/>
              </a:rPr>
              <a:t>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4" name="도형 47"/>
          <p:cNvSpPr>
            <a:spLocks/>
          </p:cNvSpPr>
          <p:nvPr/>
        </p:nvSpPr>
        <p:spPr>
          <a:xfrm rot="0">
            <a:off x="8669655" y="1322705"/>
            <a:ext cx="1146175" cy="46482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sz="1800">
                <a:latin typeface="맑은 고딕" charset="0"/>
                <a:ea typeface="맑은 고딕" charset="0"/>
              </a:rPr>
              <a:t>로그인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 0"/>
          <p:cNvSpPr>
            <a:spLocks/>
          </p:cNvSpPr>
          <p:nvPr/>
        </p:nvSpPr>
        <p:spPr>
          <a:xfrm rot="0">
            <a:off x="1136015" y="1016635"/>
            <a:ext cx="9411335" cy="4978400"/>
          </a:xfrm>
          <a:prstGeom prst="rect"/>
          <a:solidFill>
            <a:schemeClr val="bg1">
              <a:lumMod val="50000"/>
              <a:lumOff val="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numCol="1" vert="horz" anchor="ctr">
            <a:noAutofit/>
          </a:bodyPr>
          <a:lstStyle/>
          <a:p>
            <a:pPr marL="0" indent="0" algn="ctr" hangingPunct="1">
              <a:buFontTx/>
              <a:buNone/>
            </a:pP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3" name="Rect 0"/>
          <p:cNvSpPr txBox="1">
            <a:spLocks/>
          </p:cNvSpPr>
          <p:nvPr/>
        </p:nvSpPr>
        <p:spPr>
          <a:xfrm rot="0">
            <a:off x="1885315" y="1706880"/>
            <a:ext cx="2610485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스마트팜 </a:t>
            </a:r>
            <a:r>
              <a:rPr lang="ko-KR" sz="1800">
                <a:latin typeface="맑은 고딕" charset="0"/>
                <a:ea typeface="맑은 고딕" charset="0"/>
              </a:rPr>
              <a:t>A</a:t>
            </a:r>
            <a:r>
              <a:rPr lang="ko-KR" sz="1800">
                <a:latin typeface="맑은 고딕" charset="0"/>
                <a:ea typeface="맑은 고딕" charset="0"/>
              </a:rPr>
              <a:t>I</a:t>
            </a:r>
            <a:r>
              <a:rPr lang="ko-KR" sz="1800">
                <a:latin typeface="맑은 고딕" charset="0"/>
                <a:ea typeface="맑은 고딕" charset="0"/>
              </a:rPr>
              <a:t> 환경플랫폼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4" name="Rect 0"/>
          <p:cNvSpPr txBox="1">
            <a:spLocks/>
          </p:cNvSpPr>
          <p:nvPr/>
        </p:nvSpPr>
        <p:spPr>
          <a:xfrm rot="0">
            <a:off x="2082165" y="2429510"/>
            <a:ext cx="2089150" cy="147764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스마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트팜 대시보드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데이터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분석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가격 </a:t>
            </a:r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예측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7" name="Rect 0"/>
          <p:cNvSpPr txBox="1">
            <a:spLocks/>
          </p:cNvSpPr>
          <p:nvPr/>
        </p:nvSpPr>
        <p:spPr>
          <a:xfrm rot="0">
            <a:off x="3850640" y="3505200"/>
            <a:ext cx="117475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lang="ko-KR" sz="1800">
                <a:solidFill>
                  <a:schemeClr val="bg1"/>
                </a:solidFill>
                <a:latin typeface="맑은 고딕" charset="0"/>
                <a:ea typeface="맑은 고딕" charset="0"/>
              </a:rPr>
              <a:t>메뉴 분류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cxnSp>
        <p:nvCxnSpPr>
          <p:cNvPr id="8" name="Rect 0"/>
          <p:cNvCxnSpPr/>
          <p:nvPr/>
        </p:nvCxnSpPr>
        <p:spPr>
          <a:xfrm rot="0">
            <a:off x="3406775" y="3603625"/>
            <a:ext cx="484505" cy="69850"/>
          </a:xfrm>
          <a:prstGeom prst="straightConnector1"/>
          <a:ln w="6350" cap="flat" cmpd="sng">
            <a:prstDash/>
            <a:headEnd type="non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Rect 0"/>
          <p:cNvSpPr txBox="1">
            <a:spLocks/>
          </p:cNvSpPr>
          <p:nvPr/>
        </p:nvSpPr>
        <p:spPr>
          <a:xfrm rot="0">
            <a:off x="5243195" y="1797050"/>
            <a:ext cx="1174750" cy="37020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가격</a:t>
            </a:r>
            <a:r>
              <a:rPr lang="ko-KR" sz="1800">
                <a:latin typeface="맑은 고딕" charset="0"/>
                <a:ea typeface="맑은 고딕" charset="0"/>
              </a:rPr>
              <a:t> 예측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0" name="Rect 0"/>
          <p:cNvSpPr txBox="1">
            <a:spLocks/>
          </p:cNvSpPr>
          <p:nvPr/>
        </p:nvSpPr>
        <p:spPr>
          <a:xfrm rot="0">
            <a:off x="4681220" y="2270760"/>
            <a:ext cx="3989705" cy="462915"/>
          </a:xfrm>
          <a:prstGeom prst="rect"/>
          <a:noFill/>
          <a:ln w="0" cap="flat" cmpd="sng">
            <a:solidFill>
              <a:srgbClr val="FFFFFF">
                <a:alpha val="100000"/>
              </a:srgbClr>
            </a:solidFill>
            <a:prstDash/>
          </a:ln>
        </p:spPr>
        <p:txBody>
          <a:bodyPr wrap="square" lIns="89535" tIns="46355" rIns="89535" bIns="46355" vert="horz" anchor="t">
            <a:spAutoFit/>
          </a:bodyPr>
          <a:lstStyle/>
          <a:p>
            <a:pPr marL="0" indent="0" algn="l" hangingPunct="1"/>
            <a:r>
              <a:rPr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도/소매가 분석과 날씨 데이터를 연동하여 정확한 가격</a:t>
            </a:r>
            <a:r>
              <a:rPr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예</a:t>
            </a:r>
            <a:r>
              <a:rPr lang="ko-KR" sz="1200" i="0" b="0">
                <a:solidFill>
                  <a:schemeClr val="bg1"/>
                </a:solidFill>
                <a:latin typeface="Segoe UI Emoji" charset="0"/>
                <a:ea typeface="ui-sans-serif" charset="0"/>
              </a:rPr>
              <a:t>측하기!</a:t>
            </a:r>
            <a:endParaRPr lang="ko-KR" altLang="en-US" sz="1800">
              <a:solidFill>
                <a:schemeClr val="bg1"/>
              </a:solidFill>
              <a:latin typeface="맑은 고딕" charset="0"/>
              <a:ea typeface="맑은 고딕" charset="0"/>
            </a:endParaRPr>
          </a:p>
        </p:txBody>
      </p:sp>
      <p:sp>
        <p:nvSpPr>
          <p:cNvPr id="11" name="도형 39"/>
          <p:cNvSpPr>
            <a:spLocks/>
          </p:cNvSpPr>
          <p:nvPr/>
        </p:nvSpPr>
        <p:spPr>
          <a:xfrm rot="0">
            <a:off x="8669655" y="1885315"/>
            <a:ext cx="1669415" cy="484505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latin typeface="맑은 고딕" charset="0"/>
                <a:ea typeface="맑은 고딕" charset="0"/>
              </a:rPr>
              <a:t>가격예측실행버튼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2" name="도형 50"/>
          <p:cNvSpPr>
            <a:spLocks/>
          </p:cNvSpPr>
          <p:nvPr/>
        </p:nvSpPr>
        <p:spPr>
          <a:xfrm rot="0">
            <a:off x="6339205" y="1342390"/>
            <a:ext cx="2202815" cy="445135"/>
          </a:xfrm>
          <a:prstGeom prst="rect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lang="ko-KR" sz="1800">
                <a:latin typeface="맑은 고딕" charset="0"/>
                <a:ea typeface="맑은 고딕" charset="0"/>
              </a:rPr>
              <a:t>S</a:t>
            </a:r>
            <a:r>
              <a:rPr lang="ko-KR" sz="1800">
                <a:latin typeface="맑은 고딕" charset="0"/>
                <a:ea typeface="맑은 고딕" charset="0"/>
              </a:rPr>
              <a:t>nss</a:t>
            </a:r>
            <a:r>
              <a:rPr lang="ko-KR" sz="1800">
                <a:latin typeface="맑은 고딕" charset="0"/>
                <a:ea typeface="맑은 고딕" charset="0"/>
              </a:rPr>
              <a:t>님 </a:t>
            </a:r>
            <a:r>
              <a:rPr lang="ko-KR" sz="1800">
                <a:latin typeface="맑은 고딕" charset="0"/>
                <a:ea typeface="맑은 고딕" charset="0"/>
              </a:rPr>
              <a:t>반갑</a:t>
            </a:r>
            <a:r>
              <a:rPr lang="ko-KR" sz="1800">
                <a:latin typeface="맑은 고딕" charset="0"/>
                <a:ea typeface="맑은 고딕" charset="0"/>
              </a:rPr>
              <a:t>습니</a:t>
            </a:r>
            <a:r>
              <a:rPr lang="ko-KR" sz="1800">
                <a:latin typeface="맑은 고딕" charset="0"/>
                <a:ea typeface="맑은 고딕" charset="0"/>
              </a:rPr>
              <a:t>다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  <p:sp>
        <p:nvSpPr>
          <p:cNvPr id="13" name="도형 51"/>
          <p:cNvSpPr>
            <a:spLocks/>
          </p:cNvSpPr>
          <p:nvPr/>
        </p:nvSpPr>
        <p:spPr>
          <a:xfrm rot="0">
            <a:off x="8669655" y="1322705"/>
            <a:ext cx="1146175" cy="464820"/>
          </a:xfrm>
          <a:prstGeom prst="rect"/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vert="horz" anchor="ctr">
            <a:noAutofit/>
          </a:bodyPr>
          <a:lstStyle/>
          <a:p>
            <a:pPr marL="0" indent="0" algn="ctr" hangingPunct="1"/>
            <a:r>
              <a:rPr sz="1800">
                <a:latin typeface="맑은 고딕" charset="0"/>
                <a:ea typeface="맑은 고딕" charset="0"/>
              </a:rPr>
              <a:t>로그인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4</Pages>
  <Paragraphs>1</Paragraphs>
  <Words>1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kim james</dc:creator>
  <cp:lastModifiedBy>kim james</cp:lastModifiedBy>
  <dc:title>PowerPoint 프레젠테이션</dc:title>
  <cp:version>10.105.298.56155</cp:version>
</cp:coreProperties>
</file>