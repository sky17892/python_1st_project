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handoutMasters/handoutMaster1.xml" ContentType="application/vnd.openxmlformats-officedocument.presentationml.handout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77" r:id="rId13"/>
  </p:sldMasterIdLst>
  <p:notesMasterIdLst>
    <p:notesMasterId r:id="rId17"/>
  </p:notesMasterIdLst>
  <p:handoutMasterIdLst>
    <p:handoutMasterId r:id="rId15"/>
  </p:handoutMasterIdLst>
  <p:sldIdLst>
    <p:sldId id="256" r:id="rId19"/>
    <p:sldId id="257" r:id="rId21"/>
    <p:sldId id="258" r:id="rId22"/>
    <p:sldId id="259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18001" autoAdjust="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9" d="100"/>
          <a:sy n="79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13" Type="http://schemas.openxmlformats.org/officeDocument/2006/relationships/slideMaster" Target="slideMasters/slideMaster1.xml"></Relationship><Relationship Id="rId14" Type="http://schemas.openxmlformats.org/officeDocument/2006/relationships/theme" Target="theme/theme1.xml"></Relationship><Relationship Id="rId15" Type="http://schemas.openxmlformats.org/officeDocument/2006/relationships/handoutMaster" Target="handoutMasters/handoutMaster1.xml"></Relationship><Relationship Id="rId17" Type="http://schemas.openxmlformats.org/officeDocument/2006/relationships/notesMaster" Target="notesMasters/notesMaster1.xml"></Relationship><Relationship Id="rId19" Type="http://schemas.openxmlformats.org/officeDocument/2006/relationships/slide" Target="slides/slide1.xml"></Relationship><Relationship Id="rId21" Type="http://schemas.openxmlformats.org/officeDocument/2006/relationships/slide" Target="slides/slide2.xml"></Relationship><Relationship Id="rId22" Type="http://schemas.openxmlformats.org/officeDocument/2006/relationships/slide" Target="slides/slide3.xml"></Relationship><Relationship Id="rId23" Type="http://schemas.openxmlformats.org/officeDocument/2006/relationships/slide" Target="slides/slide4.xml"></Relationship><Relationship Id="rId24" Type="http://schemas.openxmlformats.org/officeDocument/2006/relationships/viewProps" Target="viewProps.xml"></Relationship><Relationship Id="rId25" Type="http://schemas.openxmlformats.org/officeDocument/2006/relationships/presProps" Target="presProps.xml"></Relationship></Relationships>
</file>

<file path=ppt/handoutMasters/_rels/handout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214C1-2863-45BA-A7C5-D5EA3C3D4C30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3020B9-F693-4639-BB27-7B1AD87C6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27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3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63C85-90F6-445D-9B5B-8ABB00FB3043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16B34-ED2F-4269-81E8-097D50C9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17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16B34-ED2F-4269-81E8-097D50C9027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456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471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659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65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481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07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917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046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47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2598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576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14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494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635" cy="2388235"/>
          </a:xfrm>
        </p:spPr>
        <p:txBody>
          <a:bodyPr wrap="square" lIns="91440" tIns="45720" rIns="91440" bIns="45720" numCol="1" vert="horz" anchor="b">
            <a:normAutofit fontScale="100000" lnSpcReduction="0"/>
          </a:bodyPr>
          <a:lstStyle/>
          <a:p>
            <a:pPr marL="0" indent="0">
              <a:buFontTx/>
              <a:buNone/>
            </a:pPr>
            <a:r>
              <a:rPr lang="ko-KR" altLang="en-US"/>
              <a:t>화면설계서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2031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2"/>
          <p:cNvSpPr>
            <a:spLocks/>
          </p:cNvSpPr>
          <p:nvPr/>
        </p:nvSpPr>
        <p:spPr>
          <a:xfrm rot="0">
            <a:off x="1115695" y="1016635"/>
            <a:ext cx="9411970" cy="4979035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텍스트 상자 5"/>
          <p:cNvSpPr txBox="1">
            <a:spLocks/>
          </p:cNvSpPr>
          <p:nvPr/>
        </p:nvSpPr>
        <p:spPr>
          <a:xfrm rot="0">
            <a:off x="1876425" y="1706880"/>
            <a:ext cx="2619375" cy="370205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텍스트 상자 6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텍스트 상자 7"/>
          <p:cNvSpPr txBox="1">
            <a:spLocks/>
          </p:cNvSpPr>
          <p:nvPr/>
        </p:nvSpPr>
        <p:spPr>
          <a:xfrm rot="0">
            <a:off x="3850640" y="3505200"/>
            <a:ext cx="1175385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도형 8"/>
          <p:cNvCxnSpPr/>
          <p:nvPr/>
        </p:nvCxnSpPr>
        <p:spPr>
          <a:xfrm rot="0">
            <a:off x="3406775" y="3603625"/>
            <a:ext cx="484505" cy="69850"/>
          </a:xfrm>
          <a:prstGeom prst="straightConnector1"/>
          <a:ln w="6350" cap="flat" cmpd="sng">
            <a:prstDash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텍스트 상자 10"/>
          <p:cNvSpPr txBox="1">
            <a:spLocks/>
          </p:cNvSpPr>
          <p:nvPr/>
        </p:nvSpPr>
        <p:spPr>
          <a:xfrm rot="0">
            <a:off x="5243195" y="1797050"/>
            <a:ext cx="1094740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12"/>
          <p:cNvSpPr txBox="1">
            <a:spLocks/>
          </p:cNvSpPr>
          <p:nvPr/>
        </p:nvSpPr>
        <p:spPr>
          <a:xfrm rot="0">
            <a:off x="5026660" y="2300605"/>
            <a:ext cx="3002915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스마트팜 현황 한눈에 보기!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1" name="도형 13"/>
          <p:cNvSpPr>
            <a:spLocks/>
          </p:cNvSpPr>
          <p:nvPr/>
        </p:nvSpPr>
        <p:spPr>
          <a:xfrm rot="0">
            <a:off x="5184140" y="2853690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" name="도형 15"/>
          <p:cNvSpPr>
            <a:spLocks/>
          </p:cNvSpPr>
          <p:nvPr/>
        </p:nvSpPr>
        <p:spPr>
          <a:xfrm rot="0">
            <a:off x="6381750" y="2856230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16"/>
          <p:cNvSpPr>
            <a:spLocks/>
          </p:cNvSpPr>
          <p:nvPr/>
        </p:nvSpPr>
        <p:spPr>
          <a:xfrm rot="0">
            <a:off x="7588885" y="2849245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17"/>
          <p:cNvSpPr>
            <a:spLocks/>
          </p:cNvSpPr>
          <p:nvPr/>
        </p:nvSpPr>
        <p:spPr>
          <a:xfrm rot="0">
            <a:off x="8786495" y="2851785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텍스트 상자 18"/>
          <p:cNvSpPr txBox="1">
            <a:spLocks/>
          </p:cNvSpPr>
          <p:nvPr/>
        </p:nvSpPr>
        <p:spPr>
          <a:xfrm rot="0">
            <a:off x="5193665" y="2941955"/>
            <a:ext cx="306705" cy="25463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이번 달 예상 수확량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6" name="텍스트 상자 19"/>
          <p:cNvSpPr txBox="1">
            <a:spLocks/>
          </p:cNvSpPr>
          <p:nvPr/>
        </p:nvSpPr>
        <p:spPr>
          <a:xfrm rot="0">
            <a:off x="6391275" y="2983865"/>
            <a:ext cx="306705" cy="25463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평균 품질 점수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텍스트 상자 20"/>
          <p:cNvSpPr txBox="1">
            <a:spLocks/>
          </p:cNvSpPr>
          <p:nvPr/>
        </p:nvSpPr>
        <p:spPr>
          <a:xfrm rot="0">
            <a:off x="7578725" y="2907665"/>
            <a:ext cx="953770" cy="41592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재배식물</a:t>
            </a:r>
            <a:r>
              <a:rPr sz="1050" i="0" b="0">
                <a:latin typeface="Segoe UI Emoji" charset="0"/>
                <a:ea typeface="ui-sans-serif" charset="0"/>
              </a:rPr>
              <a:t> 현재가 (소매)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18" name="텍스트 상자 21"/>
          <p:cNvSpPr txBox="1">
            <a:spLocks/>
          </p:cNvSpPr>
          <p:nvPr/>
        </p:nvSpPr>
        <p:spPr>
          <a:xfrm rot="0">
            <a:off x="8813165" y="2986405"/>
            <a:ext cx="24574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예측 수익률</a:t>
            </a:r>
            <a:r>
              <a:rPr lang="ko-KR" sz="1800">
                <a:latin typeface="맑은 고딕" charset="0"/>
                <a:ea typeface="맑은 고딕" charset="0"/>
              </a:rPr>
              <a:t>!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22"/>
          <p:cNvSpPr>
            <a:spLocks/>
          </p:cNvSpPr>
          <p:nvPr/>
        </p:nvSpPr>
        <p:spPr>
          <a:xfrm rot="0">
            <a:off x="5105400" y="3761740"/>
            <a:ext cx="2469515" cy="111633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도형 24"/>
          <p:cNvSpPr>
            <a:spLocks/>
          </p:cNvSpPr>
          <p:nvPr/>
        </p:nvSpPr>
        <p:spPr>
          <a:xfrm rot="0">
            <a:off x="7853045" y="3764280"/>
            <a:ext cx="2469515" cy="111633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25"/>
          <p:cNvSpPr txBox="1">
            <a:spLocks/>
          </p:cNvSpPr>
          <p:nvPr/>
        </p:nvSpPr>
        <p:spPr>
          <a:xfrm rot="0">
            <a:off x="5441315" y="3909695"/>
            <a:ext cx="140335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생산량 </a:t>
            </a:r>
            <a:r>
              <a:rPr lang="ko-KR" sz="1800">
                <a:latin typeface="맑은 고딕" charset="0"/>
                <a:ea typeface="맑은 고딕" charset="0"/>
              </a:rPr>
              <a:t>추이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26"/>
          <p:cNvSpPr txBox="1">
            <a:spLocks/>
          </p:cNvSpPr>
          <p:nvPr/>
        </p:nvSpPr>
        <p:spPr>
          <a:xfrm rot="0">
            <a:off x="5243830" y="4284980"/>
            <a:ext cx="1930400" cy="64706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막대그래프 </a:t>
            </a:r>
            <a:r>
              <a:rPr lang="ko-KR" sz="1800">
                <a:latin typeface="맑은 고딕" charset="0"/>
                <a:ea typeface="맑은 고딕" charset="0"/>
              </a:rPr>
              <a:t>그림</a:t>
            </a:r>
            <a:r>
              <a:rPr lang="ko-KR" sz="1800">
                <a:latin typeface="맑은 고딕" charset="0"/>
                <a:ea typeface="맑은 고딕" charset="0"/>
              </a:rPr>
              <a:t>(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>
              <a:buFontTx/>
              <a:buNone/>
            </a:pP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생산량 (kg)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,</a:t>
            </a:r>
            <a:r>
              <a:rPr lang="ko-KR"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 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품질 점수</a:t>
            </a:r>
            <a:r>
              <a:rPr lang="ko-KR" sz="1800">
                <a:latin typeface="맑은 고딕" charset="0"/>
                <a:ea typeface="맑은 고딕" charset="0"/>
              </a:rPr>
              <a:t>)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3" name="텍스트 상자 29"/>
          <p:cNvSpPr txBox="1">
            <a:spLocks/>
          </p:cNvSpPr>
          <p:nvPr/>
        </p:nvSpPr>
        <p:spPr>
          <a:xfrm rot="0">
            <a:off x="8050530" y="3912235"/>
            <a:ext cx="204216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토마토 </a:t>
            </a:r>
            <a:r>
              <a:rPr lang="ko-KR"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추이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4" name="텍스트 상자 30"/>
          <p:cNvSpPr txBox="1">
            <a:spLocks/>
          </p:cNvSpPr>
          <p:nvPr/>
        </p:nvSpPr>
        <p:spPr>
          <a:xfrm rot="0">
            <a:off x="7961630" y="4228465"/>
            <a:ext cx="2239645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꺽은선 그래프 </a:t>
            </a:r>
            <a:r>
              <a:rPr lang="ko-KR" sz="1800">
                <a:latin typeface="맑은 고딕" charset="0"/>
                <a:ea typeface="맑은 고딕" charset="0"/>
              </a:rPr>
              <a:t>그림</a:t>
            </a:r>
            <a:r>
              <a:rPr lang="ko-KR" sz="1800">
                <a:latin typeface="맑은 고딕" charset="0"/>
                <a:ea typeface="맑은 고딕" charset="0"/>
              </a:rPr>
              <a:t>(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>
              <a:buFontTx/>
              <a:buNone/>
            </a:pP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도매가 (원/kg)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,</a:t>
            </a:r>
            <a:r>
              <a:rPr lang="ko-KR"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 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소매가 (원/kg</a:t>
            </a:r>
            <a:r>
              <a:rPr lang="ko-KR" sz="1800">
                <a:latin typeface="맑은 고딕" charset="0"/>
                <a:ea typeface="맑은 고딕" charset="0"/>
              </a:rPr>
              <a:t>)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5" name="도형 31"/>
          <p:cNvSpPr>
            <a:spLocks/>
          </p:cNvSpPr>
          <p:nvPr/>
        </p:nvSpPr>
        <p:spPr>
          <a:xfrm rot="0">
            <a:off x="5668010" y="4975860"/>
            <a:ext cx="3279140" cy="85026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재배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현황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수확까지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일/날짜로 표시하기(</a:t>
            </a: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딸기, 방울토마토, 파프리카, 토마토, 오이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)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6" name="도형 40"/>
          <p:cNvSpPr>
            <a:spLocks/>
          </p:cNvSpPr>
          <p:nvPr/>
        </p:nvSpPr>
        <p:spPr>
          <a:xfrm rot="0">
            <a:off x="6339205" y="1342390"/>
            <a:ext cx="2202815" cy="44513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S</a:t>
            </a:r>
            <a:r>
              <a:rPr lang="ko-KR" sz="1800">
                <a:latin typeface="맑은 고딕" charset="0"/>
                <a:ea typeface="맑은 고딕" charset="0"/>
              </a:rPr>
              <a:t>nss</a:t>
            </a:r>
            <a:r>
              <a:rPr lang="ko-KR" sz="1800">
                <a:latin typeface="맑은 고딕" charset="0"/>
                <a:ea typeface="맑은 고딕" charset="0"/>
              </a:rPr>
              <a:t>님 </a:t>
            </a:r>
            <a:r>
              <a:rPr lang="ko-KR" sz="1800">
                <a:latin typeface="맑은 고딕" charset="0"/>
                <a:ea typeface="맑은 고딕" charset="0"/>
              </a:rPr>
              <a:t>반갑</a:t>
            </a:r>
            <a:r>
              <a:rPr lang="ko-KR" sz="1800">
                <a:latin typeface="맑은 고딕" charset="0"/>
                <a:ea typeface="맑은 고딕" charset="0"/>
              </a:rPr>
              <a:t>습니</a:t>
            </a:r>
            <a:r>
              <a:rPr lang="ko-KR" sz="1800">
                <a:latin typeface="맑은 고딕" charset="0"/>
                <a:ea typeface="맑은 고딕" charset="0"/>
              </a:rPr>
              <a:t>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7" name="도형 41"/>
          <p:cNvSpPr>
            <a:spLocks/>
          </p:cNvSpPr>
          <p:nvPr/>
        </p:nvSpPr>
        <p:spPr>
          <a:xfrm rot="0">
            <a:off x="8669655" y="1322705"/>
            <a:ext cx="1146175" cy="46482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로그인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>
            <a:spLocks/>
          </p:cNvSpPr>
          <p:nvPr/>
        </p:nvSpPr>
        <p:spPr>
          <a:xfrm rot="0">
            <a:off x="1136015" y="1016635"/>
            <a:ext cx="9411335" cy="497840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>
            <a:off x="1885315" y="1706880"/>
            <a:ext cx="261048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3850640" y="350520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Rect 0"/>
          <p:cNvCxnSpPr/>
          <p:nvPr/>
        </p:nvCxnSpPr>
        <p:spPr>
          <a:xfrm rot="0">
            <a:off x="3406775" y="3603625"/>
            <a:ext cx="484505" cy="69850"/>
          </a:xfrm>
          <a:prstGeom prst="straightConnector1"/>
          <a:ln w="6350" cap="flat" cmpd="sng">
            <a:prstDash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 0"/>
          <p:cNvSpPr txBox="1">
            <a:spLocks/>
          </p:cNvSpPr>
          <p:nvPr/>
        </p:nvSpPr>
        <p:spPr>
          <a:xfrm rot="0">
            <a:off x="5243195" y="1797050"/>
            <a:ext cx="14033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데이터 </a:t>
            </a:r>
            <a:r>
              <a:rPr sz="1800"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5095875" y="2240915"/>
            <a:ext cx="3989705" cy="27813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축적된 농가 데이터를 분석하여 최적 환경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 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추천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서비스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1" name="도형 35"/>
          <p:cNvSpPr>
            <a:spLocks/>
          </p:cNvSpPr>
          <p:nvPr/>
        </p:nvSpPr>
        <p:spPr>
          <a:xfrm rot="0">
            <a:off x="5509895" y="2705100"/>
            <a:ext cx="3615055" cy="92900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업로드(환경데이터,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생육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생산량데이터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-ㅡ csv나 xl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x파일들)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2" name="도형 37"/>
          <p:cNvSpPr>
            <a:spLocks/>
          </p:cNvSpPr>
          <p:nvPr/>
        </p:nvSpPr>
        <p:spPr>
          <a:xfrm rot="0">
            <a:off x="9044940" y="2073275"/>
            <a:ext cx="1363345" cy="48450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ai분석버튼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46"/>
          <p:cNvSpPr>
            <a:spLocks/>
          </p:cNvSpPr>
          <p:nvPr/>
        </p:nvSpPr>
        <p:spPr>
          <a:xfrm rot="0">
            <a:off x="6339205" y="1342390"/>
            <a:ext cx="2202815" cy="44513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S</a:t>
            </a:r>
            <a:r>
              <a:rPr lang="ko-KR" sz="1800">
                <a:latin typeface="맑은 고딕" charset="0"/>
                <a:ea typeface="맑은 고딕" charset="0"/>
              </a:rPr>
              <a:t>nss</a:t>
            </a:r>
            <a:r>
              <a:rPr lang="ko-KR" sz="1800">
                <a:latin typeface="맑은 고딕" charset="0"/>
                <a:ea typeface="맑은 고딕" charset="0"/>
              </a:rPr>
              <a:t>님 </a:t>
            </a:r>
            <a:r>
              <a:rPr lang="ko-KR" sz="1800">
                <a:latin typeface="맑은 고딕" charset="0"/>
                <a:ea typeface="맑은 고딕" charset="0"/>
              </a:rPr>
              <a:t>반갑</a:t>
            </a:r>
            <a:r>
              <a:rPr lang="ko-KR" sz="1800">
                <a:latin typeface="맑은 고딕" charset="0"/>
                <a:ea typeface="맑은 고딕" charset="0"/>
              </a:rPr>
              <a:t>습니</a:t>
            </a:r>
            <a:r>
              <a:rPr lang="ko-KR" sz="1800">
                <a:latin typeface="맑은 고딕" charset="0"/>
                <a:ea typeface="맑은 고딕" charset="0"/>
              </a:rPr>
              <a:t>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47"/>
          <p:cNvSpPr>
            <a:spLocks/>
          </p:cNvSpPr>
          <p:nvPr/>
        </p:nvSpPr>
        <p:spPr>
          <a:xfrm rot="0">
            <a:off x="8669655" y="1322705"/>
            <a:ext cx="1146175" cy="46482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로그인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도형 1"/>
          <p:cNvSpPr>
            <a:spLocks/>
          </p:cNvSpPr>
          <p:nvPr/>
        </p:nvSpPr>
        <p:spPr>
          <a:xfrm rot="0">
            <a:off x="5312410" y="4008755"/>
            <a:ext cx="4246880" cy="152146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분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석한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축적된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농가의 데이터들이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나오게끔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할 예정!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>
            <a:spLocks/>
          </p:cNvSpPr>
          <p:nvPr/>
        </p:nvSpPr>
        <p:spPr>
          <a:xfrm rot="0">
            <a:off x="1136015" y="1016635"/>
            <a:ext cx="9411335" cy="497840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1885315" y="1706880"/>
            <a:ext cx="261048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I</a:t>
            </a:r>
            <a:r>
              <a:rPr lang="ko-KR" sz="1800">
                <a:latin typeface="맑은 고딕" charset="0"/>
                <a:ea typeface="맑은 고딕" charset="0"/>
              </a:rPr>
              <a:t>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3850640" y="350520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Rect 0"/>
          <p:cNvCxnSpPr/>
          <p:nvPr/>
        </p:nvCxnSpPr>
        <p:spPr>
          <a:xfrm rot="0">
            <a:off x="3406775" y="3603625"/>
            <a:ext cx="484505" cy="69850"/>
          </a:xfrm>
          <a:prstGeom prst="straightConnector1"/>
          <a:ln w="6350" cap="flat" cmpd="sng">
            <a:prstDash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 0"/>
          <p:cNvSpPr txBox="1">
            <a:spLocks/>
          </p:cNvSpPr>
          <p:nvPr/>
        </p:nvSpPr>
        <p:spPr>
          <a:xfrm rot="0">
            <a:off x="5243195" y="179705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4681220" y="2270760"/>
            <a:ext cx="3989705" cy="46291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도/소매가 분석과 날씨 데이터를 연동하여 정확한 가격</a:t>
            </a:r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예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측하기!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1" name="도형 39"/>
          <p:cNvSpPr>
            <a:spLocks/>
          </p:cNvSpPr>
          <p:nvPr/>
        </p:nvSpPr>
        <p:spPr>
          <a:xfrm rot="0">
            <a:off x="8669655" y="1885315"/>
            <a:ext cx="1669415" cy="48450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가격예측실행버튼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" name="도형 50"/>
          <p:cNvSpPr>
            <a:spLocks/>
          </p:cNvSpPr>
          <p:nvPr/>
        </p:nvSpPr>
        <p:spPr>
          <a:xfrm rot="0">
            <a:off x="6339205" y="1342390"/>
            <a:ext cx="2202815" cy="44513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S</a:t>
            </a:r>
            <a:r>
              <a:rPr lang="ko-KR" sz="1800">
                <a:latin typeface="맑은 고딕" charset="0"/>
                <a:ea typeface="맑은 고딕" charset="0"/>
              </a:rPr>
              <a:t>nss</a:t>
            </a:r>
            <a:r>
              <a:rPr lang="ko-KR" sz="1800">
                <a:latin typeface="맑은 고딕" charset="0"/>
                <a:ea typeface="맑은 고딕" charset="0"/>
              </a:rPr>
              <a:t>님 </a:t>
            </a:r>
            <a:r>
              <a:rPr lang="ko-KR" sz="1800">
                <a:latin typeface="맑은 고딕" charset="0"/>
                <a:ea typeface="맑은 고딕" charset="0"/>
              </a:rPr>
              <a:t>반갑</a:t>
            </a:r>
            <a:r>
              <a:rPr lang="ko-KR" sz="1800">
                <a:latin typeface="맑은 고딕" charset="0"/>
                <a:ea typeface="맑은 고딕" charset="0"/>
              </a:rPr>
              <a:t>습니</a:t>
            </a:r>
            <a:r>
              <a:rPr lang="ko-KR" sz="1800">
                <a:latin typeface="맑은 고딕" charset="0"/>
                <a:ea typeface="맑은 고딕" charset="0"/>
              </a:rPr>
              <a:t>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51"/>
          <p:cNvSpPr>
            <a:spLocks/>
          </p:cNvSpPr>
          <p:nvPr/>
        </p:nvSpPr>
        <p:spPr>
          <a:xfrm rot="0">
            <a:off x="8669655" y="1322705"/>
            <a:ext cx="1146175" cy="46482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로그인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3"/>
          <p:cNvSpPr>
            <a:spLocks/>
          </p:cNvSpPr>
          <p:nvPr/>
        </p:nvSpPr>
        <p:spPr>
          <a:xfrm rot="0">
            <a:off x="5381625" y="3110230"/>
            <a:ext cx="4078605" cy="123507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날씨데이터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들의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모아서 차례대로 나오게끔 1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t/2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n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d/3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r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d/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4</a:t>
            </a:r>
            <a:r>
              <a:rPr lang="ko-KR" sz="1800" baseline="30000">
                <a:solidFill>
                  <a:schemeClr val="tx1"/>
                </a:solidFill>
                <a:latin typeface="맑은 고딕" charset="0"/>
                <a:ea typeface="맑은 고딕" charset="0"/>
              </a:rPr>
              <a:t>th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순으로!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5" name="도형 5"/>
          <p:cNvSpPr>
            <a:spLocks/>
          </p:cNvSpPr>
          <p:nvPr/>
        </p:nvSpPr>
        <p:spPr>
          <a:xfrm rot="0">
            <a:off x="5372100" y="4443095"/>
            <a:ext cx="4128135" cy="135318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도/</a:t>
            </a:r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소매가 시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기별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분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석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/ 최적 판매 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시기 알림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데이터들이 같이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나오게끔!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4</Pages>
  <Paragraphs>1</Paragraphs>
  <Words>1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kim james</dc:creator>
  <cp:lastModifiedBy>kim james</cp:lastModifiedBy>
  <dc:title>PowerPoint 프레젠테이션</dc:title>
  <cp:version>10.105.298.56155</cp:version>
</cp:coreProperties>
</file>